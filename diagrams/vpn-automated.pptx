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9005" r:id="rId5"/>
    <p:sldMasterId id="2147489007" r:id="rId6"/>
  </p:sldMasterIdLst>
  <p:notesMasterIdLst>
    <p:notesMasterId r:id="rId11"/>
  </p:notesMasterIdLst>
  <p:handoutMasterIdLst>
    <p:handoutMasterId r:id="rId12"/>
  </p:handoutMasterIdLst>
  <p:sldIdLst>
    <p:sldId id="2147469217" r:id="rId7"/>
    <p:sldId id="2147469223" r:id="rId8"/>
    <p:sldId id="2147469224" r:id="rId9"/>
    <p:sldId id="2147469238" r:id="rId10"/>
  </p:sldIdLst>
  <p:sldSz cx="12192000" cy="6858000"/>
  <p:notesSz cx="6858000" cy="9144000"/>
  <p:custDataLst>
    <p:tags r:id="rId13"/>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00E47399-A84A-4543-97B5-DFD2E5FCD16A}">
          <p14:sldIdLst>
            <p14:sldId id="2147469217"/>
            <p14:sldId id="2147469223"/>
            <p14:sldId id="2147469224"/>
            <p14:sldId id="214746923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0D5C0B-7D9E-F0AB-739B-99DAEF60FE8E}" name="Dana Warren" initials="DW" userId="S::dawarren@microsoft.com::68fe4241-55bf-4f99-a11b-f57c206d72e0" providerId="AD"/>
  <p188:author id="{5630FB12-8074-9F1B-66D6-1460F085776F}" name="Maria Clara Malori" initials="MM" userId="S::mclara@microsoft.com::bfc72468-8048-4f0a-b831-e15ceedeb5cc" providerId="AD"/>
  <p188:author id="{736B364B-F210-8BD5-638A-D96FD4F8ADD3}" name="Preethi Natarajan" initials="PN" userId="S::prnata@microsoft.com::25fbe3b0-a55d-49f3-b296-242a1306f6f2" providerId="AD"/>
  <p188:author id="{440F8E7A-6EA4-CB37-7D16-E1D6EA23B24A}" name="Akshobhya Mann (SHE/HER, CSE)" initials="AC" userId="S::akmann@microsoft.com::16d66334-75e7-49d5-a390-29324a5125cd" providerId="AD"/>
  <p188:author id="{B09FC995-C4B3-AE09-BE74-6FC7EF244FAF}" name="Sonal Patil (CSE)" initials="SP(" userId="S::sopati@microsoft.com::1bac9017-6b22-4481-8540-38620c684314" providerId="AD"/>
  <p188:author id="{5D0BACC7-FBC1-7EFC-57B8-06F67098CD9F}" name="Federica Nocera (SHE/HER)" initials="F(" userId="S::fenocera@microsoft.com::cc58a4fc-ad0b-4dfc-895f-9dc516b9df18" providerId="AD"/>
  <p188:author id="{05E29DF1-866E-478F-E36B-D6C4A31714D9}" name="Joelle Woo" initials="JW" userId="S::joellew@microsoft.com::9e70188e-ecb8-4a62-8d24-8b81cdf4055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Ali Tokmen" initials="AT" lastIdx="1" clrIdx="7">
    <p:extLst>
      <p:ext uri="{19B8F6BF-5375-455C-9EA6-DF929625EA0E}">
        <p15:presenceInfo xmlns:p15="http://schemas.microsoft.com/office/powerpoint/2012/main" userId="S::Ali_Tokmen@swissre.com::2c0b388a-7d68-4da7-a961-e1f4bb9771ee" providerId="AD"/>
      </p:ext>
    </p:extLst>
  </p:cmAuthor>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Marco Strullato" initials="MS" lastIdx="1" clrIdx="5">
    <p:extLst>
      <p:ext uri="{19B8F6BF-5375-455C-9EA6-DF929625EA0E}">
        <p15:presenceInfo xmlns:p15="http://schemas.microsoft.com/office/powerpoint/2012/main" userId="S::Marco_Strullato@swissre.com::58a4532c-9b34-49d6-9c69-3b29d7c63604" providerId="AD"/>
      </p:ext>
    </p:extLst>
  </p:cmAuthor>
  <p:cmAuthor id="6" name="Melanie Guittet (B2B-Microsoft Corporation)" initials="MC" lastIdx="2" clrIdx="6">
    <p:extLst>
      <p:ext uri="{19B8F6BF-5375-455C-9EA6-DF929625EA0E}">
        <p15:presenceInfo xmlns:p15="http://schemas.microsoft.com/office/powerpoint/2012/main" userId="S::meguittet_microsoft.com#ext#@swissre.onmicrosoft.com::db809545-532e-4336-80e2-3cc81520ffc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800"/>
    <a:srgbClr val="FF9349"/>
    <a:srgbClr val="243A5E"/>
    <a:srgbClr val="FF3399"/>
    <a:srgbClr val="D59DFF"/>
    <a:srgbClr val="D6DCE5"/>
    <a:srgbClr val="C2E1DD"/>
    <a:srgbClr val="274B47"/>
    <a:srgbClr val="0078D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87" autoAdjust="0"/>
    <p:restoredTop sz="94660"/>
  </p:normalViewPr>
  <p:slideViewPr>
    <p:cSldViewPr snapToGrid="0">
      <p:cViewPr varScale="1">
        <p:scale>
          <a:sx n="91" d="100"/>
          <a:sy n="91" d="100"/>
        </p:scale>
        <p:origin x="-474" y="336"/>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handoutMaster" Target="handoutMasters/handout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4/13/2026 10:32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4/13/2026 10:32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A7157-018E-D6FE-F759-C41A3FFD9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336C8-D58D-2896-8095-B2008F859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687DD-EE3E-CDF8-320C-EA947B1C1CA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7B7B561-B8F3-656E-2BBC-AB4EEF756F4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C63DDB48-A343-7BE8-312F-D8C2195DF90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6623A07-4A4E-FAF3-6521-20E5DF01B652}"/>
              </a:ext>
            </a:extLst>
          </p:cNvPr>
          <p:cNvSpPr>
            <a:spLocks noGrp="1"/>
          </p:cNvSpPr>
          <p:nvPr>
            <p:ph type="dt" idx="1"/>
          </p:nvPr>
        </p:nvSpPr>
        <p:spPr/>
        <p:txBody>
          <a:bodyPr/>
          <a:lstStyle/>
          <a:p>
            <a:fld id="{386CE63F-9E7F-4C04-9D0D-FCA25A8E9E86}" type="datetime8">
              <a:rPr lang="en-US" smtClean="0"/>
              <a:t>4/13/2026 10:32 AM</a:t>
            </a:fld>
            <a:endParaRPr lang="en-US"/>
          </a:p>
        </p:txBody>
      </p:sp>
      <p:sp>
        <p:nvSpPr>
          <p:cNvPr id="7" name="Slide Number Placeholder 6">
            <a:extLst>
              <a:ext uri="{FF2B5EF4-FFF2-40B4-BE49-F238E27FC236}">
                <a16:creationId xmlns:a16="http://schemas.microsoft.com/office/drawing/2014/main" id="{40B53347-01BB-88E0-751E-F2DD9AC58AC3}"/>
              </a:ext>
            </a:extLst>
          </p:cNvPr>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831435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9CB5B-3811-D535-6426-9725E8CC4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58D38-9503-6E82-7DA5-EAC6972BF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6539F-6BDE-7ECB-50CE-0129B627ED1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DC3338E-DFF0-9F04-A45B-4A45F67E9C0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300620C-99B4-82B4-7094-AD6D6BFE769A}"/>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D71A7F9-669D-751B-AFA0-D0FC998755EA}"/>
              </a:ext>
            </a:extLst>
          </p:cNvPr>
          <p:cNvSpPr>
            <a:spLocks noGrp="1"/>
          </p:cNvSpPr>
          <p:nvPr>
            <p:ph type="dt" idx="1"/>
          </p:nvPr>
        </p:nvSpPr>
        <p:spPr/>
        <p:txBody>
          <a:bodyPr/>
          <a:lstStyle/>
          <a:p>
            <a:fld id="{386CE63F-9E7F-4C04-9D0D-FCA25A8E9E86}" type="datetime8">
              <a:rPr lang="en-US" smtClean="0"/>
              <a:t>4/13/2026 10:32 AM</a:t>
            </a:fld>
            <a:endParaRPr lang="en-US"/>
          </a:p>
        </p:txBody>
      </p:sp>
      <p:sp>
        <p:nvSpPr>
          <p:cNvPr id="7" name="Slide Number Placeholder 6">
            <a:extLst>
              <a:ext uri="{FF2B5EF4-FFF2-40B4-BE49-F238E27FC236}">
                <a16:creationId xmlns:a16="http://schemas.microsoft.com/office/drawing/2014/main" id="{121F1E6C-1BE2-95D8-0A82-A886AE7CD448}"/>
              </a:ext>
            </a:extLst>
          </p:cNvPr>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2488029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C6192-37F7-CCD0-8FBE-758F4B70D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40BA9-FFDF-C1BD-E4C6-3AF260EA5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30CF23-A33E-93C5-4C4C-A18067FCA61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7FAFA87-ADB9-AE6D-225B-4E7422D48C42}"/>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1D8AA437-FFC3-82F2-1567-D25A55E39ECF}"/>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CB4B709-1731-EEBC-24FB-DD0C93CCA64D}"/>
              </a:ext>
            </a:extLst>
          </p:cNvPr>
          <p:cNvSpPr>
            <a:spLocks noGrp="1"/>
          </p:cNvSpPr>
          <p:nvPr>
            <p:ph type="dt" idx="1"/>
          </p:nvPr>
        </p:nvSpPr>
        <p:spPr/>
        <p:txBody>
          <a:bodyPr/>
          <a:lstStyle/>
          <a:p>
            <a:fld id="{386CE63F-9E7F-4C04-9D0D-FCA25A8E9E86}" type="datetime8">
              <a:rPr lang="en-US" smtClean="0"/>
              <a:t>4/13/2026 10:32 AM</a:t>
            </a:fld>
            <a:endParaRPr lang="en-US"/>
          </a:p>
        </p:txBody>
      </p:sp>
      <p:sp>
        <p:nvSpPr>
          <p:cNvPr id="7" name="Slide Number Placeholder 6">
            <a:extLst>
              <a:ext uri="{FF2B5EF4-FFF2-40B4-BE49-F238E27FC236}">
                <a16:creationId xmlns:a16="http://schemas.microsoft.com/office/drawing/2014/main" id="{31B88081-52DA-E303-9B4C-908CD079B122}"/>
              </a:ext>
            </a:extLst>
          </p:cNvPr>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928984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6038-8451-1C09-53A3-A6CDF95AD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ADD2C-7CC2-D111-D95A-236529206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A273CF-9FF0-EAC1-401B-8BD4FD2E0E6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7ECE5AD-BDBB-1E72-B215-2712A42E0629}"/>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053B3CF0-9228-A1F9-E54A-B1415FA41BE7}"/>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11D85D0-AD89-1096-4166-37612B4BB110}"/>
              </a:ext>
            </a:extLst>
          </p:cNvPr>
          <p:cNvSpPr>
            <a:spLocks noGrp="1"/>
          </p:cNvSpPr>
          <p:nvPr>
            <p:ph type="dt" idx="1"/>
          </p:nvPr>
        </p:nvSpPr>
        <p:spPr/>
        <p:txBody>
          <a:bodyPr/>
          <a:lstStyle/>
          <a:p>
            <a:fld id="{386CE63F-9E7F-4C04-9D0D-FCA25A8E9E86}" type="datetime8">
              <a:rPr lang="en-US" smtClean="0"/>
              <a:t>4/13/2026 10:43 AM</a:t>
            </a:fld>
            <a:endParaRPr lang="en-US"/>
          </a:p>
        </p:txBody>
      </p:sp>
      <p:sp>
        <p:nvSpPr>
          <p:cNvPr id="7" name="Slide Number Placeholder 6">
            <a:extLst>
              <a:ext uri="{FF2B5EF4-FFF2-40B4-BE49-F238E27FC236}">
                <a16:creationId xmlns:a16="http://schemas.microsoft.com/office/drawing/2014/main" id="{293D70A1-984C-E6C2-9264-568DA91DEA0A}"/>
              </a:ext>
            </a:extLst>
          </p:cNvPr>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072265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6" Type="http://schemas.openxmlformats.org/officeDocument/2006/relationships/image" Target="../media/image4.emf"/><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26.jpe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3.xml"/><Relationship Id="rId5" Type="http://schemas.openxmlformats.org/officeDocument/2006/relationships/image" Target="../media/image30.jpeg"/><Relationship Id="rId4" Type="http://schemas.openxmlformats.org/officeDocument/2006/relationships/image" Target="../media/image29.jpe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31.jpeg"/><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31.jpeg"/><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3" name="Picture 2" descr="A meeting in a conference room.">
            <a:extLst>
              <a:ext uri="{FF2B5EF4-FFF2-40B4-BE49-F238E27FC236}">
                <a16:creationId xmlns:a16="http://schemas.microsoft.com/office/drawing/2014/main" id="{1C493F8D-AB10-4958-85D1-CC12E3C2F13E}"/>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3" name="Picture 2" descr="A meeting in a conference room.">
            <a:extLst>
              <a:ext uri="{FF2B5EF4-FFF2-40B4-BE49-F238E27FC236}">
                <a16:creationId xmlns:a16="http://schemas.microsoft.com/office/drawing/2014/main" id="{73BBB57F-0AE7-43B4-A8A4-8A3F02549FB7}"/>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3785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userDrawn="1">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D8EBD-E9D5-4D52-AE6A-5630DA139C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638AC9-29BE-453E-B51F-3C28D10F0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22252B-ECF2-4E75-9E57-075D6E30A985}"/>
              </a:ext>
            </a:extLst>
          </p:cNvPr>
          <p:cNvSpPr>
            <a:spLocks noGrp="1"/>
          </p:cNvSpPr>
          <p:nvPr>
            <p:ph type="dt" sz="half" idx="10"/>
          </p:nvPr>
        </p:nvSpPr>
        <p:spPr/>
        <p:txBody>
          <a:bodyPr/>
          <a:lstStyle/>
          <a:p>
            <a:fld id="{6BF5EF9A-BEE7-4076-A7E2-A147E153F1B4}" type="datetimeFigureOut">
              <a:rPr lang="en-US" smtClean="0"/>
              <a:t>4/13/2026</a:t>
            </a:fld>
            <a:endParaRPr lang="en-US"/>
          </a:p>
        </p:txBody>
      </p:sp>
      <p:sp>
        <p:nvSpPr>
          <p:cNvPr id="5" name="Footer Placeholder 4">
            <a:extLst>
              <a:ext uri="{FF2B5EF4-FFF2-40B4-BE49-F238E27FC236}">
                <a16:creationId xmlns:a16="http://schemas.microsoft.com/office/drawing/2014/main" id="{17D28617-93A8-4DBE-8BEC-CBC631222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E1BF-E7A5-48C2-B64B-5F2CA7CBFA2F}"/>
              </a:ext>
            </a:extLst>
          </p:cNvPr>
          <p:cNvSpPr>
            <a:spLocks noGrp="1"/>
          </p:cNvSpPr>
          <p:nvPr>
            <p:ph type="sldNum" sz="quarter" idx="12"/>
          </p:nvPr>
        </p:nvSpPr>
        <p:spPr/>
        <p:txBody>
          <a:bodyPr/>
          <a:lstStyle/>
          <a:p>
            <a:fld id="{692430EE-C494-4675-BBE5-C575213F2D96}" type="slidenum">
              <a:rPr lang="en-US" smtClean="0"/>
              <a:t>‹#›</a:t>
            </a:fld>
            <a:endParaRPr lang="en-US"/>
          </a:p>
        </p:txBody>
      </p:sp>
    </p:spTree>
    <p:extLst>
      <p:ext uri="{BB962C8B-B14F-4D97-AF65-F5344CB8AC3E}">
        <p14:creationId xmlns:p14="http://schemas.microsoft.com/office/powerpoint/2010/main" val="135739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Header Line 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3000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a:extLst>
              <a:ext uri="{FF2B5EF4-FFF2-40B4-BE49-F238E27FC236}">
                <a16:creationId xmlns:a16="http://schemas.microsoft.com/office/drawing/2014/main" id="{42998CE9-F833-44B6-B17D-26B5AA2294C3}"/>
              </a:ext>
              <a:ext uri="{C183D7F6-B498-43B3-948B-1728B52AA6E4}">
                <adec:decorative xmlns:adec="http://schemas.microsoft.com/office/drawing/2017/decorative" val="1"/>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19586460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square photo 1">
    <p:bg>
      <p:bgRef idx="1001">
        <a:schemeClr val="bg1"/>
      </p:bgRef>
    </p:bg>
    <p:spTree>
      <p:nvGrpSpPr>
        <p:cNvPr id="1" name=""/>
        <p:cNvGrpSpPr/>
        <p:nvPr/>
      </p:nvGrpSpPr>
      <p:grpSpPr>
        <a:xfrm>
          <a:off x="0" y="0"/>
          <a:ext cx="0" cy="0"/>
          <a:chOff x="0" y="0"/>
          <a:chExt cx="0" cy="0"/>
        </a:xfrm>
      </p:grpSpPr>
      <p:sp>
        <p:nvSpPr>
          <p:cNvPr id="59" name="Picture Placeholder 58">
            <a:extLst>
              <a:ext uri="{FF2B5EF4-FFF2-40B4-BE49-F238E27FC236}">
                <a16:creationId xmlns:a16="http://schemas.microsoft.com/office/drawing/2014/main" id="{AF095437-C6C3-402E-A3FB-A8DCF5CCFDFB}"/>
              </a:ext>
            </a:extLst>
          </p:cNvPr>
          <p:cNvSpPr>
            <a:spLocks noGrp="1"/>
          </p:cNvSpPr>
          <p:nvPr>
            <p:ph type="pic" sz="quarter" idx="16" hasCustomPrompt="1"/>
          </p:nvPr>
        </p:nvSpPr>
        <p:spPr>
          <a:xfrm>
            <a:off x="8763000" y="2286000"/>
            <a:ext cx="3429000" cy="2284413"/>
          </a:xfrm>
          <a:blipFill>
            <a:blip r:embed="rId2"/>
            <a:stretch>
              <a:fillRect/>
            </a:stretch>
          </a:blipFill>
        </p:spPr>
        <p:txBody>
          <a:bodyPr vert="horz" wrap="square" lIns="274320" tIns="0" rIns="0" bIns="0" rtlCol="0" anchor="ctr" anchorCtr="0">
            <a:noAutofit/>
          </a:bodyPr>
          <a:lstStyle>
            <a:lvl1pPr>
              <a:defRPr lang="en-US" sz="1600" b="1" dirty="0">
                <a:solidFill>
                  <a:schemeClr val="bg1"/>
                </a:solidFill>
              </a:defRPr>
            </a:lvl1pPr>
          </a:lstStyle>
          <a:p>
            <a:pPr marL="0" lvl="0" indent="0">
              <a:buNone/>
            </a:pPr>
            <a:r>
              <a:rPr lang="en-US"/>
              <a:t>Drag &amp; drop your photo here </a:t>
            </a:r>
            <a:br>
              <a:rPr lang="en-US"/>
            </a:br>
            <a:r>
              <a:rPr lang="en-US"/>
              <a:t>or click or tap icon below </a:t>
            </a:r>
            <a:br>
              <a:rPr lang="en-US"/>
            </a:br>
            <a:r>
              <a:rPr lang="en-US"/>
              <a:t>to insert</a:t>
            </a:r>
          </a:p>
          <a:p>
            <a:pPr marL="0" lvl="0" indent="0">
              <a:buNone/>
            </a:pPr>
            <a:endParaRPr lang="en-US"/>
          </a:p>
        </p:txBody>
      </p:sp>
      <p:sp>
        <p:nvSpPr>
          <p:cNvPr id="55" name="Picture Placeholder 54">
            <a:extLst>
              <a:ext uri="{FF2B5EF4-FFF2-40B4-BE49-F238E27FC236}">
                <a16:creationId xmlns:a16="http://schemas.microsoft.com/office/drawing/2014/main" id="{E8816877-5041-4C7E-97EB-2B9A9A41411A}"/>
              </a:ext>
            </a:extLst>
          </p:cNvPr>
          <p:cNvSpPr>
            <a:spLocks noGrp="1"/>
          </p:cNvSpPr>
          <p:nvPr>
            <p:ph type="pic" sz="quarter" idx="15" hasCustomPrompt="1"/>
          </p:nvPr>
        </p:nvSpPr>
        <p:spPr>
          <a:xfrm>
            <a:off x="8763000" y="0"/>
            <a:ext cx="3429000" cy="2286000"/>
          </a:xfrm>
          <a:blipFill>
            <a:blip r:embed="rId3"/>
            <a:stretch>
              <a:fillRect/>
            </a:stretch>
          </a:blipFill>
        </p:spPr>
        <p:txBody>
          <a:bodyPr lIns="27432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b="1" kern="1200" spc="0" baseline="0" dirty="0">
                <a:solidFill>
                  <a:schemeClr val="bg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sp>
        <p:nvSpPr>
          <p:cNvPr id="53" name="Picture Placeholder 52">
            <a:extLst>
              <a:ext uri="{FF2B5EF4-FFF2-40B4-BE49-F238E27FC236}">
                <a16:creationId xmlns:a16="http://schemas.microsoft.com/office/drawing/2014/main" id="{4451FF35-D16A-4E9A-99B6-B25B5AC89CD0}"/>
              </a:ext>
            </a:extLst>
          </p:cNvPr>
          <p:cNvSpPr>
            <a:spLocks noGrp="1"/>
          </p:cNvSpPr>
          <p:nvPr>
            <p:ph type="pic" sz="quarter" idx="14" hasCustomPrompt="1"/>
          </p:nvPr>
        </p:nvSpPr>
        <p:spPr>
          <a:xfrm>
            <a:off x="5333998" y="4572000"/>
            <a:ext cx="6858002" cy="2286000"/>
          </a:xfrm>
          <a:blipFill>
            <a:blip r:embed="rId4"/>
            <a:stretch>
              <a:fillRect/>
            </a:stretch>
          </a:blipFill>
        </p:spPr>
        <p:txBody>
          <a:bodyPr lIns="274320"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600" b="1" kern="1200" spc="0" baseline="0" dirty="0">
                <a:solidFill>
                  <a:schemeClr val="bg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49" name="Picture Placeholder 48">
            <a:extLst>
              <a:ext uri="{FF2B5EF4-FFF2-40B4-BE49-F238E27FC236}">
                <a16:creationId xmlns:a16="http://schemas.microsoft.com/office/drawing/2014/main" id="{A40A81B1-C2E0-438B-9803-7BF2B3B295E6}"/>
              </a:ext>
            </a:extLst>
          </p:cNvPr>
          <p:cNvSpPr>
            <a:spLocks noGrp="1"/>
          </p:cNvSpPr>
          <p:nvPr>
            <p:ph type="pic" sz="quarter" idx="13" hasCustomPrompt="1"/>
          </p:nvPr>
        </p:nvSpPr>
        <p:spPr>
          <a:xfrm>
            <a:off x="5334000" y="0"/>
            <a:ext cx="3429000" cy="4572000"/>
          </a:xfrm>
          <a:blipFill>
            <a:blip r:embed="rId5"/>
            <a:stretch>
              <a:fillRect/>
            </a:stretch>
          </a:blipFill>
        </p:spPr>
        <p:txBody>
          <a:bodyPr lIns="27432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b="1">
                <a:solidFill>
                  <a:schemeClr val="bg1"/>
                </a:solidFill>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userDrawn="1">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userDrawn="1">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31823783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520">
          <p15:clr>
            <a:srgbClr val="5ACBF0"/>
          </p15:clr>
        </p15:guide>
        <p15:guide id="3" pos="3360">
          <p15:clr>
            <a:srgbClr val="FBAE40"/>
          </p15:clr>
        </p15:guide>
        <p15:guide id="5" orient="horz" pos="2160">
          <p15:clr>
            <a:srgbClr val="FBAE40"/>
          </p15:clr>
        </p15:guide>
        <p15:guide id="6" orient="horz" pos="2232">
          <p15:clr>
            <a:srgbClr val="5ACBF0"/>
          </p15:clr>
        </p15:guide>
        <p15:guide id="7" pos="300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F790-CC44-488E-8F85-2FC1A20DC3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030F9C-D2C7-4B54-A254-71194251AEE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08BF3D-ADED-4AB6-8190-60D37B9FF097}"/>
              </a:ext>
            </a:extLst>
          </p:cNvPr>
          <p:cNvSpPr>
            <a:spLocks noGrp="1"/>
          </p:cNvSpPr>
          <p:nvPr>
            <p:ph type="dt" sz="half" idx="10"/>
          </p:nvPr>
        </p:nvSpPr>
        <p:spPr/>
        <p:txBody>
          <a:bodyPr/>
          <a:lstStyle/>
          <a:p>
            <a:fld id="{2DAD766F-C6B3-4E89-B26A-75A8EEE0A7A2}" type="datetimeFigureOut">
              <a:rPr lang="en-US" smtClean="0"/>
              <a:t>4/13/2026</a:t>
            </a:fld>
            <a:endParaRPr lang="en-US"/>
          </a:p>
        </p:txBody>
      </p:sp>
      <p:sp>
        <p:nvSpPr>
          <p:cNvPr id="5" name="Footer Placeholder 4">
            <a:extLst>
              <a:ext uri="{FF2B5EF4-FFF2-40B4-BE49-F238E27FC236}">
                <a16:creationId xmlns:a16="http://schemas.microsoft.com/office/drawing/2014/main" id="{5938E63B-53D3-4D34-A349-7B46C4DB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A37CF-03BA-44C8-8931-92DB96186C4B}"/>
              </a:ext>
            </a:extLst>
          </p:cNvPr>
          <p:cNvSpPr>
            <a:spLocks noGrp="1"/>
          </p:cNvSpPr>
          <p:nvPr>
            <p:ph type="sldNum" sz="quarter" idx="12"/>
          </p:nvPr>
        </p:nvSpPr>
        <p:spPr/>
        <p:txBody>
          <a:bodyPr/>
          <a:lstStyle/>
          <a:p>
            <a:fld id="{541BE911-6A4B-4D3F-A323-B7015C6B2B55}" type="slidenum">
              <a:rPr lang="en-US" smtClean="0"/>
              <a:t>‹#›</a:t>
            </a:fld>
            <a:endParaRPr lang="en-US"/>
          </a:p>
        </p:txBody>
      </p:sp>
    </p:spTree>
    <p:extLst>
      <p:ext uri="{BB962C8B-B14F-4D97-AF65-F5344CB8AC3E}">
        <p14:creationId xmlns:p14="http://schemas.microsoft.com/office/powerpoint/2010/main" val="12995385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slideLayout" Target="../slideLayouts/slideLayout37.xml"/><Relationship Id="rId7" Type="http://schemas.openxmlformats.org/officeDocument/2006/relationships/theme" Target="../theme/theme2.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66.xml"/><Relationship Id="rId21" Type="http://schemas.openxmlformats.org/officeDocument/2006/relationships/slideLayout" Target="../slideLayouts/slideLayout61.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63" Type="http://schemas.openxmlformats.org/officeDocument/2006/relationships/slideLayout" Target="../slideLayouts/slideLayout103.xml"/><Relationship Id="rId68" Type="http://schemas.openxmlformats.org/officeDocument/2006/relationships/slideLayout" Target="../slideLayouts/slideLayout108.xml"/><Relationship Id="rId84" Type="http://schemas.openxmlformats.org/officeDocument/2006/relationships/slideLayout" Target="../slideLayouts/slideLayout124.xml"/><Relationship Id="rId89" Type="http://schemas.openxmlformats.org/officeDocument/2006/relationships/slideLayout" Target="../slideLayouts/slideLayout129.xml"/><Relationship Id="rId112" Type="http://schemas.openxmlformats.org/officeDocument/2006/relationships/slideLayout" Target="../slideLayouts/slideLayout152.xml"/><Relationship Id="rId16" Type="http://schemas.openxmlformats.org/officeDocument/2006/relationships/slideLayout" Target="../slideLayouts/slideLayout56.xml"/><Relationship Id="rId107" Type="http://schemas.openxmlformats.org/officeDocument/2006/relationships/slideLayout" Target="../slideLayouts/slideLayout147.xml"/><Relationship Id="rId11" Type="http://schemas.openxmlformats.org/officeDocument/2006/relationships/slideLayout" Target="../slideLayouts/slideLayout51.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53" Type="http://schemas.openxmlformats.org/officeDocument/2006/relationships/slideLayout" Target="../slideLayouts/slideLayout93.xml"/><Relationship Id="rId58" Type="http://schemas.openxmlformats.org/officeDocument/2006/relationships/slideLayout" Target="../slideLayouts/slideLayout98.xml"/><Relationship Id="rId74" Type="http://schemas.openxmlformats.org/officeDocument/2006/relationships/slideLayout" Target="../slideLayouts/slideLayout114.xml"/><Relationship Id="rId79" Type="http://schemas.openxmlformats.org/officeDocument/2006/relationships/slideLayout" Target="../slideLayouts/slideLayout119.xml"/><Relationship Id="rId102" Type="http://schemas.openxmlformats.org/officeDocument/2006/relationships/slideLayout" Target="../slideLayouts/slideLayout142.xml"/><Relationship Id="rId5" Type="http://schemas.openxmlformats.org/officeDocument/2006/relationships/slideLayout" Target="../slideLayouts/slideLayout45.xml"/><Relationship Id="rId90" Type="http://schemas.openxmlformats.org/officeDocument/2006/relationships/slideLayout" Target="../slideLayouts/slideLayout130.xml"/><Relationship Id="rId95" Type="http://schemas.openxmlformats.org/officeDocument/2006/relationships/slideLayout" Target="../slideLayouts/slideLayout135.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64" Type="http://schemas.openxmlformats.org/officeDocument/2006/relationships/slideLayout" Target="../slideLayouts/slideLayout104.xml"/><Relationship Id="rId69" Type="http://schemas.openxmlformats.org/officeDocument/2006/relationships/slideLayout" Target="../slideLayouts/slideLayout109.xml"/><Relationship Id="rId113" Type="http://schemas.openxmlformats.org/officeDocument/2006/relationships/slideLayout" Target="../slideLayouts/slideLayout153.xml"/><Relationship Id="rId80" Type="http://schemas.openxmlformats.org/officeDocument/2006/relationships/slideLayout" Target="../slideLayouts/slideLayout120.xml"/><Relationship Id="rId85" Type="http://schemas.openxmlformats.org/officeDocument/2006/relationships/slideLayout" Target="../slideLayouts/slideLayout125.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59" Type="http://schemas.openxmlformats.org/officeDocument/2006/relationships/slideLayout" Target="../slideLayouts/slideLayout99.xml"/><Relationship Id="rId103" Type="http://schemas.openxmlformats.org/officeDocument/2006/relationships/slideLayout" Target="../slideLayouts/slideLayout143.xml"/><Relationship Id="rId108" Type="http://schemas.openxmlformats.org/officeDocument/2006/relationships/slideLayout" Target="../slideLayouts/slideLayout148.xml"/><Relationship Id="rId54" Type="http://schemas.openxmlformats.org/officeDocument/2006/relationships/slideLayout" Target="../slideLayouts/slideLayout94.xml"/><Relationship Id="rId70" Type="http://schemas.openxmlformats.org/officeDocument/2006/relationships/slideLayout" Target="../slideLayouts/slideLayout110.xml"/><Relationship Id="rId75" Type="http://schemas.openxmlformats.org/officeDocument/2006/relationships/slideLayout" Target="../slideLayouts/slideLayout115.xml"/><Relationship Id="rId91" Type="http://schemas.openxmlformats.org/officeDocument/2006/relationships/slideLayout" Target="../slideLayouts/slideLayout131.xml"/><Relationship Id="rId96" Type="http://schemas.openxmlformats.org/officeDocument/2006/relationships/slideLayout" Target="../slideLayouts/slideLayout13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 Id="rId57" Type="http://schemas.openxmlformats.org/officeDocument/2006/relationships/slideLayout" Target="../slideLayouts/slideLayout97.xml"/><Relationship Id="rId106" Type="http://schemas.openxmlformats.org/officeDocument/2006/relationships/slideLayout" Target="../slideLayouts/slideLayout146.xml"/><Relationship Id="rId114" Type="http://schemas.openxmlformats.org/officeDocument/2006/relationships/theme" Target="../theme/theme3.xml"/><Relationship Id="rId10" Type="http://schemas.openxmlformats.org/officeDocument/2006/relationships/slideLayout" Target="../slideLayouts/slideLayout50.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52" Type="http://schemas.openxmlformats.org/officeDocument/2006/relationships/slideLayout" Target="../slideLayouts/slideLayout92.xml"/><Relationship Id="rId60" Type="http://schemas.openxmlformats.org/officeDocument/2006/relationships/slideLayout" Target="../slideLayouts/slideLayout100.xml"/><Relationship Id="rId65" Type="http://schemas.openxmlformats.org/officeDocument/2006/relationships/slideLayout" Target="../slideLayouts/slideLayout105.xml"/><Relationship Id="rId73" Type="http://schemas.openxmlformats.org/officeDocument/2006/relationships/slideLayout" Target="../slideLayouts/slideLayout113.xml"/><Relationship Id="rId78" Type="http://schemas.openxmlformats.org/officeDocument/2006/relationships/slideLayout" Target="../slideLayouts/slideLayout118.xml"/><Relationship Id="rId81" Type="http://schemas.openxmlformats.org/officeDocument/2006/relationships/slideLayout" Target="../slideLayouts/slideLayout121.xml"/><Relationship Id="rId86" Type="http://schemas.openxmlformats.org/officeDocument/2006/relationships/slideLayout" Target="../slideLayouts/slideLayout126.xml"/><Relationship Id="rId94" Type="http://schemas.openxmlformats.org/officeDocument/2006/relationships/slideLayout" Target="../slideLayouts/slideLayout134.xml"/><Relationship Id="rId99" Type="http://schemas.openxmlformats.org/officeDocument/2006/relationships/slideLayout" Target="../slideLayouts/slideLayout139.xml"/><Relationship Id="rId101" Type="http://schemas.openxmlformats.org/officeDocument/2006/relationships/slideLayout" Target="../slideLayouts/slideLayout141.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9" Type="http://schemas.openxmlformats.org/officeDocument/2006/relationships/slideLayout" Target="../slideLayouts/slideLayout79.xml"/><Relationship Id="rId109" Type="http://schemas.openxmlformats.org/officeDocument/2006/relationships/slideLayout" Target="../slideLayouts/slideLayout149.xml"/><Relationship Id="rId34" Type="http://schemas.openxmlformats.org/officeDocument/2006/relationships/slideLayout" Target="../slideLayouts/slideLayout74.xml"/><Relationship Id="rId50" Type="http://schemas.openxmlformats.org/officeDocument/2006/relationships/slideLayout" Target="../slideLayouts/slideLayout90.xml"/><Relationship Id="rId55" Type="http://schemas.openxmlformats.org/officeDocument/2006/relationships/slideLayout" Target="../slideLayouts/slideLayout95.xml"/><Relationship Id="rId76" Type="http://schemas.openxmlformats.org/officeDocument/2006/relationships/slideLayout" Target="../slideLayouts/slideLayout116.xml"/><Relationship Id="rId97" Type="http://schemas.openxmlformats.org/officeDocument/2006/relationships/slideLayout" Target="../slideLayouts/slideLayout137.xml"/><Relationship Id="rId104" Type="http://schemas.openxmlformats.org/officeDocument/2006/relationships/slideLayout" Target="../slideLayouts/slideLayout144.xml"/><Relationship Id="rId7" Type="http://schemas.openxmlformats.org/officeDocument/2006/relationships/slideLayout" Target="../slideLayouts/slideLayout47.xml"/><Relationship Id="rId71" Type="http://schemas.openxmlformats.org/officeDocument/2006/relationships/slideLayout" Target="../slideLayouts/slideLayout111.xml"/><Relationship Id="rId92" Type="http://schemas.openxmlformats.org/officeDocument/2006/relationships/slideLayout" Target="../slideLayouts/slideLayout132.xml"/><Relationship Id="rId2" Type="http://schemas.openxmlformats.org/officeDocument/2006/relationships/slideLayout" Target="../slideLayouts/slideLayout42.xml"/><Relationship Id="rId29" Type="http://schemas.openxmlformats.org/officeDocument/2006/relationships/slideLayout" Target="../slideLayouts/slideLayout69.xml"/><Relationship Id="rId24" Type="http://schemas.openxmlformats.org/officeDocument/2006/relationships/slideLayout" Target="../slideLayouts/slideLayout64.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66" Type="http://schemas.openxmlformats.org/officeDocument/2006/relationships/slideLayout" Target="../slideLayouts/slideLayout106.xml"/><Relationship Id="rId87" Type="http://schemas.openxmlformats.org/officeDocument/2006/relationships/slideLayout" Target="../slideLayouts/slideLayout127.xml"/><Relationship Id="rId110" Type="http://schemas.openxmlformats.org/officeDocument/2006/relationships/slideLayout" Target="../slideLayouts/slideLayout150.xml"/><Relationship Id="rId115" Type="http://schemas.openxmlformats.org/officeDocument/2006/relationships/image" Target="../media/image1.emf"/><Relationship Id="rId61" Type="http://schemas.openxmlformats.org/officeDocument/2006/relationships/slideLayout" Target="../slideLayouts/slideLayout101.xml"/><Relationship Id="rId82" Type="http://schemas.openxmlformats.org/officeDocument/2006/relationships/slideLayout" Target="../slideLayouts/slideLayout122.xml"/><Relationship Id="rId19" Type="http://schemas.openxmlformats.org/officeDocument/2006/relationships/slideLayout" Target="../slideLayouts/slideLayout59.xml"/><Relationship Id="rId14" Type="http://schemas.openxmlformats.org/officeDocument/2006/relationships/slideLayout" Target="../slideLayouts/slideLayout54.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56" Type="http://schemas.openxmlformats.org/officeDocument/2006/relationships/slideLayout" Target="../slideLayouts/slideLayout96.xml"/><Relationship Id="rId77" Type="http://schemas.openxmlformats.org/officeDocument/2006/relationships/slideLayout" Target="../slideLayouts/slideLayout117.xml"/><Relationship Id="rId100" Type="http://schemas.openxmlformats.org/officeDocument/2006/relationships/slideLayout" Target="../slideLayouts/slideLayout140.xml"/><Relationship Id="rId105" Type="http://schemas.openxmlformats.org/officeDocument/2006/relationships/slideLayout" Target="../slideLayouts/slideLayout145.xml"/><Relationship Id="rId8" Type="http://schemas.openxmlformats.org/officeDocument/2006/relationships/slideLayout" Target="../slideLayouts/slideLayout48.xml"/><Relationship Id="rId51" Type="http://schemas.openxmlformats.org/officeDocument/2006/relationships/slideLayout" Target="../slideLayouts/slideLayout91.xml"/><Relationship Id="rId72" Type="http://schemas.openxmlformats.org/officeDocument/2006/relationships/slideLayout" Target="../slideLayouts/slideLayout112.xml"/><Relationship Id="rId93" Type="http://schemas.openxmlformats.org/officeDocument/2006/relationships/slideLayout" Target="../slideLayouts/slideLayout133.xml"/><Relationship Id="rId98" Type="http://schemas.openxmlformats.org/officeDocument/2006/relationships/slideLayout" Target="../slideLayouts/slideLayout138.xml"/><Relationship Id="rId3" Type="http://schemas.openxmlformats.org/officeDocument/2006/relationships/slideLayout" Target="../slideLayouts/slideLayout43.xml"/><Relationship Id="rId25" Type="http://schemas.openxmlformats.org/officeDocument/2006/relationships/slideLayout" Target="../slideLayouts/slideLayout65.xml"/><Relationship Id="rId46" Type="http://schemas.openxmlformats.org/officeDocument/2006/relationships/slideLayout" Target="../slideLayouts/slideLayout86.xml"/><Relationship Id="rId67" Type="http://schemas.openxmlformats.org/officeDocument/2006/relationships/slideLayout" Target="../slideLayouts/slideLayout107.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62" Type="http://schemas.openxmlformats.org/officeDocument/2006/relationships/slideLayout" Target="../slideLayouts/slideLayout102.xml"/><Relationship Id="rId83" Type="http://schemas.openxmlformats.org/officeDocument/2006/relationships/slideLayout" Target="../slideLayouts/slideLayout123.xml"/><Relationship Id="rId88" Type="http://schemas.openxmlformats.org/officeDocument/2006/relationships/slideLayout" Target="../slideLayouts/slideLayout128.xml"/><Relationship Id="rId111"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6"/>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4610" r:id="rId4"/>
    <p:sldLayoutId id="2147484710" r:id="rId5"/>
    <p:sldLayoutId id="2147484240" r:id="rId6"/>
    <p:sldLayoutId id="2147484910" r:id="rId7"/>
    <p:sldLayoutId id="2147484911" r:id="rId8"/>
    <p:sldLayoutId id="2147484639" r:id="rId9"/>
    <p:sldLayoutId id="2147484603" r:id="rId10"/>
    <p:sldLayoutId id="2147484833" r:id="rId11"/>
    <p:sldLayoutId id="2147484834" r:id="rId12"/>
    <p:sldLayoutId id="2147484835" r:id="rId13"/>
    <p:sldLayoutId id="2147484922" r:id="rId14"/>
    <p:sldLayoutId id="2147484923" r:id="rId15"/>
    <p:sldLayoutId id="2147484924" r:id="rId16"/>
    <p:sldLayoutId id="2147484839" r:id="rId17"/>
    <p:sldLayoutId id="2147484840" r:id="rId18"/>
    <p:sldLayoutId id="2147484841" r:id="rId19"/>
    <p:sldLayoutId id="2147484842" r:id="rId20"/>
    <p:sldLayoutId id="2147484843" r:id="rId21"/>
    <p:sldLayoutId id="2147484931" r:id="rId22"/>
    <p:sldLayoutId id="2147484787" r:id="rId23"/>
    <p:sldLayoutId id="2147484249" r:id="rId24"/>
    <p:sldLayoutId id="2147484640" r:id="rId25"/>
    <p:sldLayoutId id="2147484584" r:id="rId26"/>
    <p:sldLayoutId id="2147484583" r:id="rId27"/>
    <p:sldLayoutId id="2147484671" r:id="rId28"/>
    <p:sldLayoutId id="2147484673" r:id="rId29"/>
    <p:sldLayoutId id="2147484585" r:id="rId30"/>
    <p:sldLayoutId id="2147484299" r:id="rId31"/>
    <p:sldLayoutId id="2147484263" r:id="rId32"/>
    <p:sldLayoutId id="2147484932" r:id="rId33"/>
    <p:sldLayoutId id="2147489038" r:id="rId3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9006" r:id="rId1"/>
    <p:sldLayoutId id="2147484247" r:id="rId2"/>
    <p:sldLayoutId id="2147484256" r:id="rId3"/>
    <p:sldLayoutId id="2147484257" r:id="rId4"/>
    <p:sldLayoutId id="2147489002" r:id="rId5"/>
    <p:sldLayoutId id="2147489003" r:id="rId6"/>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9008" r:id="rId1"/>
    <p:sldLayoutId id="2147489009" r:id="rId2"/>
    <p:sldLayoutId id="2147489010" r:id="rId3"/>
    <p:sldLayoutId id="2147485286" r:id="rId4"/>
    <p:sldLayoutId id="2147485390" r:id="rId5"/>
    <p:sldLayoutId id="2147489011" r:id="rId6"/>
    <p:sldLayoutId id="2147485389" r:id="rId7"/>
    <p:sldLayoutId id="2147485395" r:id="rId8"/>
    <p:sldLayoutId id="2147485396" r:id="rId9"/>
    <p:sldLayoutId id="2147489012" r:id="rId10"/>
    <p:sldLayoutId id="2147489013" r:id="rId11"/>
    <p:sldLayoutId id="2147489014" r:id="rId12"/>
    <p:sldLayoutId id="2147489015" r:id="rId13"/>
    <p:sldLayoutId id="2147485050" r:id="rId14"/>
    <p:sldLayoutId id="2147485165" r:id="rId15"/>
    <p:sldLayoutId id="2147484941" r:id="rId16"/>
    <p:sldLayoutId id="2147484942" r:id="rId17"/>
    <p:sldLayoutId id="2147485162" r:id="rId18"/>
    <p:sldLayoutId id="2147489016" r:id="rId19"/>
    <p:sldLayoutId id="2147484943" r:id="rId20"/>
    <p:sldLayoutId id="2147489017"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9018" r:id="rId42"/>
    <p:sldLayoutId id="2147489019" r:id="rId43"/>
    <p:sldLayoutId id="2147489020" r:id="rId44"/>
    <p:sldLayoutId id="2147485385" r:id="rId45"/>
    <p:sldLayoutId id="2147485387" r:id="rId46"/>
    <p:sldLayoutId id="2147485382" r:id="rId47"/>
    <p:sldLayoutId id="2147489021" r:id="rId48"/>
    <p:sldLayoutId id="2147489022" r:id="rId49"/>
    <p:sldLayoutId id="2147485287" r:id="rId50"/>
    <p:sldLayoutId id="2147489023" r:id="rId51"/>
    <p:sldLayoutId id="2147489024" r:id="rId52"/>
    <p:sldLayoutId id="2147489025" r:id="rId53"/>
    <p:sldLayoutId id="2147485383" r:id="rId54"/>
    <p:sldLayoutId id="2147489026" r:id="rId55"/>
    <p:sldLayoutId id="2147489027" r:id="rId56"/>
    <p:sldLayoutId id="2147489028"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9029" r:id="rId101"/>
    <p:sldLayoutId id="2147489030" r:id="rId102"/>
    <p:sldLayoutId id="2147485288" r:id="rId103"/>
    <p:sldLayoutId id="2147485290" r:id="rId104"/>
    <p:sldLayoutId id="2147485289" r:id="rId105"/>
    <p:sldLayoutId id="2147485291" r:id="rId106"/>
    <p:sldLayoutId id="2147489031" r:id="rId107"/>
    <p:sldLayoutId id="2147489032" r:id="rId108"/>
    <p:sldLayoutId id="2147489033" r:id="rId109"/>
    <p:sldLayoutId id="2147489034" r:id="rId110"/>
    <p:sldLayoutId id="2147485391" r:id="rId111"/>
    <p:sldLayoutId id="2147489035" r:id="rId112"/>
    <p:sldLayoutId id="2147489036"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svg"/><Relationship Id="rId26" Type="http://schemas.openxmlformats.org/officeDocument/2006/relationships/image" Target="../media/image55.svg"/><Relationship Id="rId3" Type="http://schemas.openxmlformats.org/officeDocument/2006/relationships/image" Target="../media/image32.pn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6.svg"/><Relationship Id="rId25" Type="http://schemas.openxmlformats.org/officeDocument/2006/relationships/image" Target="../media/image54.svg"/><Relationship Id="rId2" Type="http://schemas.openxmlformats.org/officeDocument/2006/relationships/notesSlide" Target="../notesSlides/notesSlide1.xml"/><Relationship Id="rId16" Type="http://schemas.openxmlformats.org/officeDocument/2006/relationships/image" Target="../media/image45.svg"/><Relationship Id="rId20" Type="http://schemas.openxmlformats.org/officeDocument/2006/relationships/image" Target="../media/image49.pn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40.png"/><Relationship Id="rId24" Type="http://schemas.openxmlformats.org/officeDocument/2006/relationships/image" Target="../media/image53.svg"/><Relationship Id="rId5" Type="http://schemas.openxmlformats.org/officeDocument/2006/relationships/image" Target="../media/image34.png"/><Relationship Id="rId15" Type="http://schemas.openxmlformats.org/officeDocument/2006/relationships/image" Target="../media/image44.svg"/><Relationship Id="rId23" Type="http://schemas.openxmlformats.org/officeDocument/2006/relationships/image" Target="../media/image52.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 Id="rId22" Type="http://schemas.openxmlformats.org/officeDocument/2006/relationships/image" Target="../media/image51.svg"/></Relationships>
</file>

<file path=ppt/slides/_rels/slide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7.svg"/><Relationship Id="rId18" Type="http://schemas.openxmlformats.org/officeDocument/2006/relationships/image" Target="../media/image48.svg"/><Relationship Id="rId26" Type="http://schemas.openxmlformats.org/officeDocument/2006/relationships/image" Target="../media/image52.svg"/><Relationship Id="rId3" Type="http://schemas.openxmlformats.org/officeDocument/2006/relationships/image" Target="../media/image32.png"/><Relationship Id="rId21" Type="http://schemas.openxmlformats.org/officeDocument/2006/relationships/image" Target="../media/image42.svg"/><Relationship Id="rId7" Type="http://schemas.openxmlformats.org/officeDocument/2006/relationships/image" Target="../media/image37.png"/><Relationship Id="rId12" Type="http://schemas.openxmlformats.org/officeDocument/2006/relationships/image" Target="../media/image51.svg"/><Relationship Id="rId17" Type="http://schemas.openxmlformats.org/officeDocument/2006/relationships/image" Target="../media/image54.svg"/><Relationship Id="rId25" Type="http://schemas.openxmlformats.org/officeDocument/2006/relationships/image" Target="../media/image46.svg"/><Relationship Id="rId2" Type="http://schemas.openxmlformats.org/officeDocument/2006/relationships/notesSlide" Target="../notesSlides/notesSlide2.xml"/><Relationship Id="rId16" Type="http://schemas.openxmlformats.org/officeDocument/2006/relationships/image" Target="../media/image58.svg"/><Relationship Id="rId20" Type="http://schemas.openxmlformats.org/officeDocument/2006/relationships/image" Target="../media/image36.sv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49.png"/><Relationship Id="rId24" Type="http://schemas.openxmlformats.org/officeDocument/2006/relationships/image" Target="../media/image45.svg"/><Relationship Id="rId5" Type="http://schemas.openxmlformats.org/officeDocument/2006/relationships/image" Target="../media/image34.png"/><Relationship Id="rId15" Type="http://schemas.openxmlformats.org/officeDocument/2006/relationships/image" Target="../media/image57.svg"/><Relationship Id="rId23" Type="http://schemas.openxmlformats.org/officeDocument/2006/relationships/image" Target="../media/image44.svg"/><Relationship Id="rId28" Type="http://schemas.openxmlformats.org/officeDocument/2006/relationships/image" Target="../media/image55.svg"/><Relationship Id="rId10" Type="http://schemas.openxmlformats.org/officeDocument/2006/relationships/image" Target="../media/image50.svg"/><Relationship Id="rId19" Type="http://schemas.openxmlformats.org/officeDocument/2006/relationships/image" Target="../media/image59.png"/><Relationship Id="rId4" Type="http://schemas.openxmlformats.org/officeDocument/2006/relationships/image" Target="../media/image33.svg"/><Relationship Id="rId9" Type="http://schemas.openxmlformats.org/officeDocument/2006/relationships/image" Target="../media/image41.svg"/><Relationship Id="rId14" Type="http://schemas.openxmlformats.org/officeDocument/2006/relationships/image" Target="../media/image56.png"/><Relationship Id="rId22" Type="http://schemas.openxmlformats.org/officeDocument/2006/relationships/image" Target="../media/image43.svg"/><Relationship Id="rId27" Type="http://schemas.openxmlformats.org/officeDocument/2006/relationships/image" Target="../media/image53.svg"/></Relationships>
</file>

<file path=ppt/slides/_rels/slide3.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7.svg"/><Relationship Id="rId18" Type="http://schemas.openxmlformats.org/officeDocument/2006/relationships/image" Target="../media/image59.png"/><Relationship Id="rId26" Type="http://schemas.openxmlformats.org/officeDocument/2006/relationships/image" Target="../media/image46.svg"/><Relationship Id="rId3" Type="http://schemas.openxmlformats.org/officeDocument/2006/relationships/image" Target="../media/image32.png"/><Relationship Id="rId21" Type="http://schemas.openxmlformats.org/officeDocument/2006/relationships/image" Target="../media/image53.svg"/><Relationship Id="rId7" Type="http://schemas.openxmlformats.org/officeDocument/2006/relationships/image" Target="../media/image37.png"/><Relationship Id="rId12" Type="http://schemas.openxmlformats.org/officeDocument/2006/relationships/image" Target="../media/image51.svg"/><Relationship Id="rId17" Type="http://schemas.openxmlformats.org/officeDocument/2006/relationships/image" Target="../media/image48.svg"/><Relationship Id="rId25" Type="http://schemas.openxmlformats.org/officeDocument/2006/relationships/image" Target="../media/image45.svg"/><Relationship Id="rId2" Type="http://schemas.openxmlformats.org/officeDocument/2006/relationships/notesSlide" Target="../notesSlides/notesSlide3.xml"/><Relationship Id="rId16" Type="http://schemas.openxmlformats.org/officeDocument/2006/relationships/image" Target="../media/image58.svg"/><Relationship Id="rId20" Type="http://schemas.openxmlformats.org/officeDocument/2006/relationships/image" Target="../media/image42.svg"/><Relationship Id="rId29" Type="http://schemas.openxmlformats.org/officeDocument/2006/relationships/image" Target="../media/image60.pn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49.png"/><Relationship Id="rId24" Type="http://schemas.openxmlformats.org/officeDocument/2006/relationships/image" Target="../media/image44.svg"/><Relationship Id="rId5" Type="http://schemas.openxmlformats.org/officeDocument/2006/relationships/image" Target="../media/image34.png"/><Relationship Id="rId15" Type="http://schemas.openxmlformats.org/officeDocument/2006/relationships/image" Target="../media/image57.svg"/><Relationship Id="rId23" Type="http://schemas.openxmlformats.org/officeDocument/2006/relationships/image" Target="../media/image43.svg"/><Relationship Id="rId28" Type="http://schemas.openxmlformats.org/officeDocument/2006/relationships/image" Target="../media/image54.svg"/><Relationship Id="rId10" Type="http://schemas.openxmlformats.org/officeDocument/2006/relationships/image" Target="../media/image50.svg"/><Relationship Id="rId19" Type="http://schemas.openxmlformats.org/officeDocument/2006/relationships/image" Target="../media/image36.svg"/><Relationship Id="rId4" Type="http://schemas.openxmlformats.org/officeDocument/2006/relationships/image" Target="../media/image33.svg"/><Relationship Id="rId9" Type="http://schemas.openxmlformats.org/officeDocument/2006/relationships/image" Target="../media/image41.svg"/><Relationship Id="rId14" Type="http://schemas.openxmlformats.org/officeDocument/2006/relationships/image" Target="../media/image56.png"/><Relationship Id="rId22" Type="http://schemas.openxmlformats.org/officeDocument/2006/relationships/image" Target="../media/image55.svg"/><Relationship Id="rId27" Type="http://schemas.openxmlformats.org/officeDocument/2006/relationships/image" Target="../media/image52.svg"/></Relationships>
</file>

<file path=ppt/slides/_rels/slide4.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38.png"/><Relationship Id="rId7" Type="http://schemas.openxmlformats.org/officeDocument/2006/relationships/image" Target="../media/image64.png"/><Relationship Id="rId2" Type="http://schemas.openxmlformats.org/officeDocument/2006/relationships/notesSlide" Target="../notesSlides/notesSlide4.xml"/><Relationship Id="rId1" Type="http://schemas.openxmlformats.org/officeDocument/2006/relationships/slideLayout" Target="../slideLayouts/slideLayout3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DF42-FBBA-5C6E-58BC-3BE64F74C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14ED1-4639-21AC-9EEE-CB1BCFA153EB}"/>
              </a:ext>
            </a:extLst>
          </p:cNvPr>
          <p:cNvSpPr>
            <a:spLocks noGrp="1"/>
          </p:cNvSpPr>
          <p:nvPr>
            <p:ph type="title"/>
          </p:nvPr>
        </p:nvSpPr>
        <p:spPr>
          <a:xfrm>
            <a:off x="381000" y="457200"/>
            <a:ext cx="11430000" cy="553998"/>
          </a:xfrm>
        </p:spPr>
        <p:txBody>
          <a:bodyPr/>
          <a:lstStyle/>
          <a:p>
            <a:r>
              <a:rPr lang="en-US" dirty="0">
                <a:cs typeface="Segoe UI"/>
              </a:rPr>
              <a:t>Public deployment</a:t>
            </a:r>
            <a:endParaRPr lang="en-US" dirty="0"/>
          </a:p>
        </p:txBody>
      </p:sp>
      <p:sp>
        <p:nvSpPr>
          <p:cNvPr id="237" name="Rectangle 236">
            <a:extLst>
              <a:ext uri="{FF2B5EF4-FFF2-40B4-BE49-F238E27FC236}">
                <a16:creationId xmlns:a16="http://schemas.microsoft.com/office/drawing/2014/main" id="{12A024C7-03CF-D3DF-95B0-D07FD83BCF8F}"/>
              </a:ext>
            </a:extLst>
          </p:cNvPr>
          <p:cNvSpPr/>
          <p:nvPr/>
        </p:nvSpPr>
        <p:spPr>
          <a:xfrm>
            <a:off x="2288779" y="1304746"/>
            <a:ext cx="6789233"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508396B7-6578-F9B0-E37A-AE2DD58CE8AC}"/>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63BA02E3-8778-5E96-7EF7-0AA69EFFAB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7E18A4DF-A6E1-9F36-7558-F00609A91BA0}"/>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10C5DD22-87D7-5F81-CCBE-1F620C202D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11FE9AB2-9D5B-6EC2-9C61-DF46E01CC6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BF3104A5-A33C-9247-934C-744B1F9AA652}"/>
              </a:ext>
            </a:extLst>
          </p:cNvPr>
          <p:cNvSpPr txBox="1"/>
          <p:nvPr/>
        </p:nvSpPr>
        <p:spPr>
          <a:xfrm>
            <a:off x="8184367" y="1405934"/>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0978278C-C454-2EDB-8612-CFF3D373BB23}"/>
              </a:ext>
            </a:extLst>
          </p:cNvPr>
          <p:cNvSpPr/>
          <p:nvPr/>
        </p:nvSpPr>
        <p:spPr>
          <a:xfrm>
            <a:off x="3086099" y="1407680"/>
            <a:ext cx="5875369"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299" name="Graphic 298">
            <a:extLst>
              <a:ext uri="{FF2B5EF4-FFF2-40B4-BE49-F238E27FC236}">
                <a16:creationId xmlns:a16="http://schemas.microsoft.com/office/drawing/2014/main" id="{CF4EFAF5-E9FC-7424-EBB2-77CC2ADCAB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71712" y="2544417"/>
            <a:ext cx="247981" cy="247981"/>
          </a:xfrm>
          <a:prstGeom prst="rect">
            <a:avLst/>
          </a:prstGeom>
        </p:spPr>
      </p:pic>
      <p:pic>
        <p:nvPicPr>
          <p:cNvPr id="300" name="Graphic 299">
            <a:extLst>
              <a:ext uri="{FF2B5EF4-FFF2-40B4-BE49-F238E27FC236}">
                <a16:creationId xmlns:a16="http://schemas.microsoft.com/office/drawing/2014/main" id="{48154F8C-0E7F-17A8-4305-202F9FA3919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68353" y="3208618"/>
            <a:ext cx="340165" cy="340165"/>
          </a:xfrm>
          <a:prstGeom prst="rect">
            <a:avLst/>
          </a:prstGeom>
        </p:spPr>
      </p:pic>
      <p:sp>
        <p:nvSpPr>
          <p:cNvPr id="301" name="TextBox 300">
            <a:extLst>
              <a:ext uri="{FF2B5EF4-FFF2-40B4-BE49-F238E27FC236}">
                <a16:creationId xmlns:a16="http://schemas.microsoft.com/office/drawing/2014/main" id="{1AEF5E86-D0F2-AD3D-1413-D733968CEA66}"/>
              </a:ext>
            </a:extLst>
          </p:cNvPr>
          <p:cNvSpPr txBox="1"/>
          <p:nvPr/>
        </p:nvSpPr>
        <p:spPr>
          <a:xfrm>
            <a:off x="6803054" y="2800165"/>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sp>
        <p:nvSpPr>
          <p:cNvPr id="302" name="TextBox 301">
            <a:extLst>
              <a:ext uri="{FF2B5EF4-FFF2-40B4-BE49-F238E27FC236}">
                <a16:creationId xmlns:a16="http://schemas.microsoft.com/office/drawing/2014/main" id="{7148BC23-F06F-CB2F-08D1-65478C29D1E9}"/>
              </a:ext>
            </a:extLst>
          </p:cNvPr>
          <p:cNvSpPr txBox="1"/>
          <p:nvPr/>
        </p:nvSpPr>
        <p:spPr>
          <a:xfrm>
            <a:off x="6841242" y="3502308"/>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318" name="Picture 317">
            <a:extLst>
              <a:ext uri="{FF2B5EF4-FFF2-40B4-BE49-F238E27FC236}">
                <a16:creationId xmlns:a16="http://schemas.microsoft.com/office/drawing/2014/main" id="{B0335CBF-45B2-FDCC-D5B2-0C797E738B77}"/>
              </a:ext>
            </a:extLst>
          </p:cNvPr>
          <p:cNvPicPr>
            <a:picLocks noChangeAspect="1"/>
          </p:cNvPicPr>
          <p:nvPr/>
        </p:nvPicPr>
        <p:blipFill>
          <a:blip r:embed="rId8"/>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AA523872-AF04-BB10-C43F-465CAA64E890}"/>
              </a:ext>
            </a:extLst>
          </p:cNvPr>
          <p:cNvPicPr>
            <a:picLocks noChangeAspect="1"/>
          </p:cNvPicPr>
          <p:nvPr/>
        </p:nvPicPr>
        <p:blipFill>
          <a:blip r:embed="rId9"/>
          <a:stretch>
            <a:fillRect/>
          </a:stretch>
        </p:blipFill>
        <p:spPr>
          <a:xfrm>
            <a:off x="199561" y="4038407"/>
            <a:ext cx="1823558" cy="1069513"/>
          </a:xfrm>
          <a:prstGeom prst="rect">
            <a:avLst/>
          </a:prstGeom>
        </p:spPr>
      </p:pic>
      <p:sp>
        <p:nvSpPr>
          <p:cNvPr id="225" name="Rectangle: Rounded Corners 224">
            <a:extLst>
              <a:ext uri="{FF2B5EF4-FFF2-40B4-BE49-F238E27FC236}">
                <a16:creationId xmlns:a16="http://schemas.microsoft.com/office/drawing/2014/main" id="{5E30F27F-52C6-B390-7139-349ACF399CBE}"/>
              </a:ext>
            </a:extLst>
          </p:cNvPr>
          <p:cNvSpPr/>
          <p:nvPr/>
        </p:nvSpPr>
        <p:spPr bwMode="auto">
          <a:xfrm>
            <a:off x="6155693" y="3135940"/>
            <a:ext cx="1052739"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226" name="Rectangle: Rounded Corners 225">
            <a:extLst>
              <a:ext uri="{FF2B5EF4-FFF2-40B4-BE49-F238E27FC236}">
                <a16:creationId xmlns:a16="http://schemas.microsoft.com/office/drawing/2014/main" id="{B980801E-F1F7-D243-9037-4E13E2B1E6DD}"/>
              </a:ext>
            </a:extLst>
          </p:cNvPr>
          <p:cNvSpPr/>
          <p:nvPr/>
        </p:nvSpPr>
        <p:spPr bwMode="auto">
          <a:xfrm>
            <a:off x="5809673" y="2252617"/>
            <a:ext cx="116352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800" dirty="0">
                <a:solidFill>
                  <a:srgbClr val="00B050"/>
                </a:solidFill>
                <a:ea typeface="Segoe UI" pitchFamily="34" charset="0"/>
                <a:cs typeface="Segoe UI" pitchFamily="34" charset="0"/>
              </a:rPr>
              <a:t>Storage Blob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Data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Storage File Data </a:t>
            </a:r>
            <a:r>
              <a:rPr lang="fr-FR" sz="800" dirty="0" err="1">
                <a:solidFill>
                  <a:srgbClr val="00B050"/>
                </a:solidFill>
                <a:ea typeface="Segoe UI" pitchFamily="34" charset="0"/>
                <a:cs typeface="Segoe UI" pitchFamily="34" charset="0"/>
              </a:rPr>
              <a:t>Privileged</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Contributor</a:t>
            </a:r>
            <a:endParaRPr lang="en-US" sz="800" dirty="0">
              <a:solidFill>
                <a:srgbClr val="00B050"/>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290104F5-B1D9-7F13-B9BB-205998406C8A}"/>
              </a:ext>
            </a:extLst>
          </p:cNvPr>
          <p:cNvSpPr/>
          <p:nvPr/>
        </p:nvSpPr>
        <p:spPr>
          <a:xfrm>
            <a:off x="5837756" y="1634808"/>
            <a:ext cx="2261277" cy="3424091"/>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37" name="Picture 136">
            <a:extLst>
              <a:ext uri="{FF2B5EF4-FFF2-40B4-BE49-F238E27FC236}">
                <a16:creationId xmlns:a16="http://schemas.microsoft.com/office/drawing/2014/main" id="{07BAA40B-9C25-621C-0DC0-F5AEBF73C695}"/>
              </a:ext>
            </a:extLst>
          </p:cNvPr>
          <p:cNvPicPr>
            <a:picLocks noChangeAspect="1"/>
          </p:cNvPicPr>
          <p:nvPr/>
        </p:nvPicPr>
        <p:blipFill>
          <a:blip r:embed="rId10"/>
          <a:stretch>
            <a:fillRect/>
          </a:stretch>
        </p:blipFill>
        <p:spPr>
          <a:xfrm>
            <a:off x="6803100" y="3115063"/>
            <a:ext cx="247361" cy="215444"/>
          </a:xfrm>
          <a:prstGeom prst="rect">
            <a:avLst/>
          </a:prstGeom>
        </p:spPr>
      </p:pic>
      <p:pic>
        <p:nvPicPr>
          <p:cNvPr id="146" name="Picture 145">
            <a:extLst>
              <a:ext uri="{FF2B5EF4-FFF2-40B4-BE49-F238E27FC236}">
                <a16:creationId xmlns:a16="http://schemas.microsoft.com/office/drawing/2014/main" id="{90980305-749C-61C7-8B95-712EF8E054C1}"/>
              </a:ext>
            </a:extLst>
          </p:cNvPr>
          <p:cNvPicPr>
            <a:picLocks noChangeAspect="1"/>
          </p:cNvPicPr>
          <p:nvPr/>
        </p:nvPicPr>
        <p:blipFill>
          <a:blip r:embed="rId10"/>
          <a:stretch>
            <a:fillRect/>
          </a:stretch>
        </p:blipFill>
        <p:spPr>
          <a:xfrm>
            <a:off x="6778266" y="2544784"/>
            <a:ext cx="247361" cy="215444"/>
          </a:xfrm>
          <a:prstGeom prst="rect">
            <a:avLst/>
          </a:prstGeom>
        </p:spPr>
      </p:pic>
      <p:pic>
        <p:nvPicPr>
          <p:cNvPr id="174" name="Picture 173">
            <a:extLst>
              <a:ext uri="{FF2B5EF4-FFF2-40B4-BE49-F238E27FC236}">
                <a16:creationId xmlns:a16="http://schemas.microsoft.com/office/drawing/2014/main" id="{618A4A3E-96D2-2758-9C7F-195292DDD659}"/>
              </a:ext>
            </a:extLst>
          </p:cNvPr>
          <p:cNvPicPr>
            <a:picLocks noChangeAspect="1"/>
          </p:cNvPicPr>
          <p:nvPr/>
        </p:nvPicPr>
        <p:blipFill>
          <a:blip r:embed="rId11"/>
          <a:stretch>
            <a:fillRect/>
          </a:stretch>
        </p:blipFill>
        <p:spPr>
          <a:xfrm>
            <a:off x="575035" y="3955817"/>
            <a:ext cx="420239" cy="600159"/>
          </a:xfrm>
          <a:prstGeom prst="rect">
            <a:avLst/>
          </a:prstGeom>
        </p:spPr>
      </p:pic>
      <p:pic>
        <p:nvPicPr>
          <p:cNvPr id="185" name="Graphic 184">
            <a:extLst>
              <a:ext uri="{FF2B5EF4-FFF2-40B4-BE49-F238E27FC236}">
                <a16:creationId xmlns:a16="http://schemas.microsoft.com/office/drawing/2014/main" id="{1530D81F-CFDE-FD96-5150-CC7DB82983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77986" y="1490868"/>
            <a:ext cx="351904" cy="351904"/>
          </a:xfrm>
          <a:prstGeom prst="rect">
            <a:avLst/>
          </a:prstGeom>
        </p:spPr>
      </p:pic>
      <p:sp>
        <p:nvSpPr>
          <p:cNvPr id="205" name="TextBox 204">
            <a:extLst>
              <a:ext uri="{FF2B5EF4-FFF2-40B4-BE49-F238E27FC236}">
                <a16:creationId xmlns:a16="http://schemas.microsoft.com/office/drawing/2014/main" id="{0D4FEFA1-3E82-7C1A-7B43-75051AB992DC}"/>
              </a:ext>
            </a:extLst>
          </p:cNvPr>
          <p:cNvSpPr txBox="1"/>
          <p:nvPr/>
        </p:nvSpPr>
        <p:spPr>
          <a:xfrm>
            <a:off x="5990736" y="1603044"/>
            <a:ext cx="1115092" cy="338554"/>
          </a:xfrm>
          <a:prstGeom prst="rect">
            <a:avLst/>
          </a:prstGeom>
          <a:noFill/>
        </p:spPr>
        <p:txBody>
          <a:bodyPr wrap="square" rtlCol="0">
            <a:spAutoFit/>
          </a:bodyPr>
          <a:lstStyle/>
          <a:p>
            <a:r>
              <a:rPr lang="en-US" sz="800" dirty="0">
                <a:solidFill>
                  <a:schemeClr val="accent1">
                    <a:lumMod val="75000"/>
                  </a:schemeClr>
                </a:solidFill>
              </a:rPr>
              <a:t>public azure ai resource group </a:t>
            </a:r>
          </a:p>
        </p:txBody>
      </p:sp>
      <p:pic>
        <p:nvPicPr>
          <p:cNvPr id="7" name="Graphic 6">
            <a:extLst>
              <a:ext uri="{FF2B5EF4-FFF2-40B4-BE49-F238E27FC236}">
                <a16:creationId xmlns:a16="http://schemas.microsoft.com/office/drawing/2014/main" id="{F54801BC-0E72-5043-A11D-42FF32755CE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11286" y="2049115"/>
            <a:ext cx="298000" cy="298000"/>
          </a:xfrm>
          <a:prstGeom prst="rect">
            <a:avLst/>
          </a:prstGeom>
        </p:spPr>
      </p:pic>
      <p:pic>
        <p:nvPicPr>
          <p:cNvPr id="13" name="Picture 12">
            <a:extLst>
              <a:ext uri="{FF2B5EF4-FFF2-40B4-BE49-F238E27FC236}">
                <a16:creationId xmlns:a16="http://schemas.microsoft.com/office/drawing/2014/main" id="{21CA22F4-9F09-26B3-D9E9-A64908D13692}"/>
              </a:ext>
            </a:extLst>
          </p:cNvPr>
          <p:cNvPicPr>
            <a:picLocks noChangeAspect="1"/>
          </p:cNvPicPr>
          <p:nvPr/>
        </p:nvPicPr>
        <p:blipFill>
          <a:blip r:embed="rId10"/>
          <a:stretch>
            <a:fillRect/>
          </a:stretch>
        </p:blipFill>
        <p:spPr>
          <a:xfrm>
            <a:off x="6747267" y="1932665"/>
            <a:ext cx="247361" cy="215444"/>
          </a:xfrm>
          <a:prstGeom prst="rect">
            <a:avLst/>
          </a:prstGeom>
        </p:spPr>
      </p:pic>
      <p:sp>
        <p:nvSpPr>
          <p:cNvPr id="14" name="Rectangle: Rounded Corners 13">
            <a:extLst>
              <a:ext uri="{FF2B5EF4-FFF2-40B4-BE49-F238E27FC236}">
                <a16:creationId xmlns:a16="http://schemas.microsoft.com/office/drawing/2014/main" id="{E94131C5-89BF-A77F-44FB-C3A1921DB7CE}"/>
              </a:ext>
            </a:extLst>
          </p:cNvPr>
          <p:cNvSpPr/>
          <p:nvPr/>
        </p:nvSpPr>
        <p:spPr bwMode="auto">
          <a:xfrm>
            <a:off x="6369425" y="2009268"/>
            <a:ext cx="741210"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Pull</a:t>
            </a:r>
            <a:endParaRPr lang="en-US" sz="800" dirty="0" err="1">
              <a:solidFill>
                <a:srgbClr val="00B050"/>
              </a:solidFill>
              <a:ea typeface="Segoe UI" pitchFamily="34" charset="0"/>
              <a:cs typeface="Segoe UI" pitchFamily="34" charset="0"/>
            </a:endParaRPr>
          </a:p>
        </p:txBody>
      </p:sp>
      <p:sp>
        <p:nvSpPr>
          <p:cNvPr id="32" name="TextBox 31">
            <a:extLst>
              <a:ext uri="{FF2B5EF4-FFF2-40B4-BE49-F238E27FC236}">
                <a16:creationId xmlns:a16="http://schemas.microsoft.com/office/drawing/2014/main" id="{603BFB74-3F55-D674-9F87-3AAE8DC9738C}"/>
              </a:ext>
            </a:extLst>
          </p:cNvPr>
          <p:cNvSpPr txBox="1"/>
          <p:nvPr/>
        </p:nvSpPr>
        <p:spPr>
          <a:xfrm>
            <a:off x="6617601" y="2294105"/>
            <a:ext cx="1131468"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sp>
        <p:nvSpPr>
          <p:cNvPr id="15" name="TextBox 14">
            <a:extLst>
              <a:ext uri="{FF2B5EF4-FFF2-40B4-BE49-F238E27FC236}">
                <a16:creationId xmlns:a16="http://schemas.microsoft.com/office/drawing/2014/main" id="{A7D2B7F6-387C-09AE-8D43-E5D48437CF4C}"/>
              </a:ext>
            </a:extLst>
          </p:cNvPr>
          <p:cNvSpPr txBox="1"/>
          <p:nvPr/>
        </p:nvSpPr>
        <p:spPr>
          <a:xfrm>
            <a:off x="6472473" y="608777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16" name="TextBox 15">
            <a:extLst>
              <a:ext uri="{FF2B5EF4-FFF2-40B4-BE49-F238E27FC236}">
                <a16:creationId xmlns:a16="http://schemas.microsoft.com/office/drawing/2014/main" id="{1FADD2AC-B708-F021-D98A-72871BAA789B}"/>
              </a:ext>
            </a:extLst>
          </p:cNvPr>
          <p:cNvSpPr txBox="1"/>
          <p:nvPr/>
        </p:nvSpPr>
        <p:spPr>
          <a:xfrm>
            <a:off x="7684048" y="608777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17" name="TextBox 16">
            <a:extLst>
              <a:ext uri="{FF2B5EF4-FFF2-40B4-BE49-F238E27FC236}">
                <a16:creationId xmlns:a16="http://schemas.microsoft.com/office/drawing/2014/main" id="{EEC80483-868F-FAFF-F18C-134D08861BAB}"/>
              </a:ext>
            </a:extLst>
          </p:cNvPr>
          <p:cNvSpPr txBox="1"/>
          <p:nvPr/>
        </p:nvSpPr>
        <p:spPr>
          <a:xfrm>
            <a:off x="5071634" y="614270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8" name="Graphic 17">
            <a:extLst>
              <a:ext uri="{FF2B5EF4-FFF2-40B4-BE49-F238E27FC236}">
                <a16:creationId xmlns:a16="http://schemas.microsoft.com/office/drawing/2014/main" id="{F3A689D6-7BD7-164A-9069-CB1C659E8BC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92202" y="5541377"/>
            <a:ext cx="430887" cy="430887"/>
          </a:xfrm>
          <a:prstGeom prst="rect">
            <a:avLst/>
          </a:prstGeom>
        </p:spPr>
      </p:pic>
      <p:sp>
        <p:nvSpPr>
          <p:cNvPr id="19" name="TextBox 18">
            <a:extLst>
              <a:ext uri="{FF2B5EF4-FFF2-40B4-BE49-F238E27FC236}">
                <a16:creationId xmlns:a16="http://schemas.microsoft.com/office/drawing/2014/main" id="{A7489684-9D4C-9441-F637-A25454C96F21}"/>
              </a:ext>
            </a:extLst>
          </p:cNvPr>
          <p:cNvSpPr txBox="1"/>
          <p:nvPr/>
        </p:nvSpPr>
        <p:spPr>
          <a:xfrm>
            <a:off x="5584354" y="553062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20" name="Graphic 19">
            <a:extLst>
              <a:ext uri="{FF2B5EF4-FFF2-40B4-BE49-F238E27FC236}">
                <a16:creationId xmlns:a16="http://schemas.microsoft.com/office/drawing/2014/main" id="{F38C8E04-4AB9-2ABA-F4BF-532340C7302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430563" y="5524481"/>
            <a:ext cx="428342" cy="428342"/>
          </a:xfrm>
          <a:prstGeom prst="rect">
            <a:avLst/>
          </a:prstGeom>
        </p:spPr>
      </p:pic>
      <p:sp>
        <p:nvSpPr>
          <p:cNvPr id="21" name="TextBox 20">
            <a:extLst>
              <a:ext uri="{FF2B5EF4-FFF2-40B4-BE49-F238E27FC236}">
                <a16:creationId xmlns:a16="http://schemas.microsoft.com/office/drawing/2014/main" id="{2E505F14-62C9-D2F9-95A7-BF2543469103}"/>
              </a:ext>
            </a:extLst>
          </p:cNvPr>
          <p:cNvSpPr txBox="1"/>
          <p:nvPr/>
        </p:nvSpPr>
        <p:spPr>
          <a:xfrm>
            <a:off x="7834186" y="553434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22" name="Graphic 21">
            <a:extLst>
              <a:ext uri="{FF2B5EF4-FFF2-40B4-BE49-F238E27FC236}">
                <a16:creationId xmlns:a16="http://schemas.microsoft.com/office/drawing/2014/main" id="{627E8E0C-A259-4151-D70C-252F3E66E9C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37469" y="5511761"/>
            <a:ext cx="428342" cy="428342"/>
          </a:xfrm>
          <a:prstGeom prst="rect">
            <a:avLst/>
          </a:prstGeom>
        </p:spPr>
      </p:pic>
      <p:sp>
        <p:nvSpPr>
          <p:cNvPr id="23" name="TextBox 22">
            <a:extLst>
              <a:ext uri="{FF2B5EF4-FFF2-40B4-BE49-F238E27FC236}">
                <a16:creationId xmlns:a16="http://schemas.microsoft.com/office/drawing/2014/main" id="{F4816C95-A85D-70F4-8784-89002DCB6FBD}"/>
              </a:ext>
            </a:extLst>
          </p:cNvPr>
          <p:cNvSpPr txBox="1"/>
          <p:nvPr/>
        </p:nvSpPr>
        <p:spPr>
          <a:xfrm>
            <a:off x="6736845" y="556437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24" name="Graphic 23">
            <a:extLst>
              <a:ext uri="{FF2B5EF4-FFF2-40B4-BE49-F238E27FC236}">
                <a16:creationId xmlns:a16="http://schemas.microsoft.com/office/drawing/2014/main" id="{4E03889C-266F-F788-4CB3-923461DD2D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90468" y="5529352"/>
            <a:ext cx="440399" cy="440399"/>
          </a:xfrm>
          <a:prstGeom prst="rect">
            <a:avLst/>
          </a:prstGeom>
        </p:spPr>
      </p:pic>
      <p:sp>
        <p:nvSpPr>
          <p:cNvPr id="25" name="TextBox 24">
            <a:extLst>
              <a:ext uri="{FF2B5EF4-FFF2-40B4-BE49-F238E27FC236}">
                <a16:creationId xmlns:a16="http://schemas.microsoft.com/office/drawing/2014/main" id="{748F355E-21B2-B315-D2D6-DDE71051CAE3}"/>
              </a:ext>
            </a:extLst>
          </p:cNvPr>
          <p:cNvSpPr txBox="1"/>
          <p:nvPr/>
        </p:nvSpPr>
        <p:spPr>
          <a:xfrm>
            <a:off x="5173942" y="554084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26" name="Straight Connector 25">
            <a:extLst>
              <a:ext uri="{FF2B5EF4-FFF2-40B4-BE49-F238E27FC236}">
                <a16:creationId xmlns:a16="http://schemas.microsoft.com/office/drawing/2014/main" id="{879D83F0-7C95-1CE1-C041-700314DD8B6C}"/>
              </a:ext>
            </a:extLst>
          </p:cNvPr>
          <p:cNvCxnSpPr>
            <a:cxnSpLocks/>
          </p:cNvCxnSpPr>
          <p:nvPr/>
        </p:nvCxnSpPr>
        <p:spPr>
          <a:xfrm>
            <a:off x="5761396" y="550334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B1506B2-2187-540B-7AC2-4A3B284D80F4}"/>
              </a:ext>
            </a:extLst>
          </p:cNvPr>
          <p:cNvSpPr txBox="1"/>
          <p:nvPr/>
        </p:nvSpPr>
        <p:spPr>
          <a:xfrm>
            <a:off x="5379146" y="610855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28" name="Graphic 27">
            <a:extLst>
              <a:ext uri="{FF2B5EF4-FFF2-40B4-BE49-F238E27FC236}">
                <a16:creationId xmlns:a16="http://schemas.microsoft.com/office/drawing/2014/main" id="{05FF3B6E-97B0-D9F7-A861-C8715A50275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047470" y="6079042"/>
            <a:ext cx="432499" cy="457940"/>
          </a:xfrm>
          <a:prstGeom prst="rect">
            <a:avLst/>
          </a:prstGeom>
        </p:spPr>
      </p:pic>
      <p:pic>
        <p:nvPicPr>
          <p:cNvPr id="29" name="Graphic 28">
            <a:extLst>
              <a:ext uri="{FF2B5EF4-FFF2-40B4-BE49-F238E27FC236}">
                <a16:creationId xmlns:a16="http://schemas.microsoft.com/office/drawing/2014/main" id="{C76193E4-6DC7-58CA-E6E1-6FA9524110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65453" y="6087778"/>
            <a:ext cx="389292" cy="389292"/>
          </a:xfrm>
          <a:prstGeom prst="rect">
            <a:avLst/>
          </a:prstGeom>
        </p:spPr>
      </p:pic>
      <p:sp>
        <p:nvSpPr>
          <p:cNvPr id="30" name="Rectangle 29">
            <a:extLst>
              <a:ext uri="{FF2B5EF4-FFF2-40B4-BE49-F238E27FC236}">
                <a16:creationId xmlns:a16="http://schemas.microsoft.com/office/drawing/2014/main" id="{4FD50A70-9027-2F49-A1C2-5F0F69E2CC1C}"/>
              </a:ext>
            </a:extLst>
          </p:cNvPr>
          <p:cNvSpPr/>
          <p:nvPr/>
        </p:nvSpPr>
        <p:spPr>
          <a:xfrm>
            <a:off x="2280627" y="5412578"/>
            <a:ext cx="6891653"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31" name="TextBox 30">
            <a:extLst>
              <a:ext uri="{FF2B5EF4-FFF2-40B4-BE49-F238E27FC236}">
                <a16:creationId xmlns:a16="http://schemas.microsoft.com/office/drawing/2014/main" id="{CD7FC28D-D2BD-E950-FA16-C1B28BC6DAC0}"/>
              </a:ext>
            </a:extLst>
          </p:cNvPr>
          <p:cNvSpPr txBox="1"/>
          <p:nvPr/>
        </p:nvSpPr>
        <p:spPr>
          <a:xfrm>
            <a:off x="6198908" y="577401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33" name="TextBox 32">
            <a:extLst>
              <a:ext uri="{FF2B5EF4-FFF2-40B4-BE49-F238E27FC236}">
                <a16:creationId xmlns:a16="http://schemas.microsoft.com/office/drawing/2014/main" id="{5409F3BC-4034-E70C-FCEA-9F78C59CF2DC}"/>
              </a:ext>
            </a:extLst>
          </p:cNvPr>
          <p:cNvSpPr txBox="1"/>
          <p:nvPr/>
        </p:nvSpPr>
        <p:spPr>
          <a:xfrm>
            <a:off x="7767970" y="606345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34" name="Graphic 33">
            <a:extLst>
              <a:ext uri="{FF2B5EF4-FFF2-40B4-BE49-F238E27FC236}">
                <a16:creationId xmlns:a16="http://schemas.microsoft.com/office/drawing/2014/main" id="{CC93CF94-A8FE-9B9C-FB1A-C8CCB6E72C8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35214" y="6179787"/>
            <a:ext cx="242454" cy="242454"/>
          </a:xfrm>
          <a:prstGeom prst="rect">
            <a:avLst/>
          </a:prstGeom>
        </p:spPr>
      </p:pic>
      <p:sp>
        <p:nvSpPr>
          <p:cNvPr id="35" name="TextBox 34">
            <a:extLst>
              <a:ext uri="{FF2B5EF4-FFF2-40B4-BE49-F238E27FC236}">
                <a16:creationId xmlns:a16="http://schemas.microsoft.com/office/drawing/2014/main" id="{481C5718-38C2-44FF-2CA2-CEA77881426F}"/>
              </a:ext>
            </a:extLst>
          </p:cNvPr>
          <p:cNvSpPr txBox="1"/>
          <p:nvPr/>
        </p:nvSpPr>
        <p:spPr>
          <a:xfrm>
            <a:off x="6229494" y="619607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37" name="TextBox 36">
            <a:extLst>
              <a:ext uri="{FF2B5EF4-FFF2-40B4-BE49-F238E27FC236}">
                <a16:creationId xmlns:a16="http://schemas.microsoft.com/office/drawing/2014/main" id="{57189226-D058-B460-EB6F-A93AD2EFAD90}"/>
              </a:ext>
            </a:extLst>
          </p:cNvPr>
          <p:cNvSpPr txBox="1"/>
          <p:nvPr/>
        </p:nvSpPr>
        <p:spPr>
          <a:xfrm>
            <a:off x="8724080" y="566214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38" name="Group 37">
            <a:extLst>
              <a:ext uri="{FF2B5EF4-FFF2-40B4-BE49-F238E27FC236}">
                <a16:creationId xmlns:a16="http://schemas.microsoft.com/office/drawing/2014/main" id="{8E27B7A6-B4C2-1F04-C05C-6DB17FB37068}"/>
              </a:ext>
            </a:extLst>
          </p:cNvPr>
          <p:cNvGrpSpPr/>
          <p:nvPr/>
        </p:nvGrpSpPr>
        <p:grpSpPr>
          <a:xfrm>
            <a:off x="7582169" y="5604735"/>
            <a:ext cx="970287" cy="342963"/>
            <a:chOff x="6998544" y="5436915"/>
            <a:chExt cx="970287" cy="342963"/>
          </a:xfrm>
        </p:grpSpPr>
        <p:pic>
          <p:nvPicPr>
            <p:cNvPr id="39" name="Graphic 38">
              <a:extLst>
                <a:ext uri="{FF2B5EF4-FFF2-40B4-BE49-F238E27FC236}">
                  <a16:creationId xmlns:a16="http://schemas.microsoft.com/office/drawing/2014/main" id="{AC887376-FACD-B4A2-0DE6-24CE55C227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40" name="TextBox 39">
              <a:extLst>
                <a:ext uri="{FF2B5EF4-FFF2-40B4-BE49-F238E27FC236}">
                  <a16:creationId xmlns:a16="http://schemas.microsoft.com/office/drawing/2014/main" id="{D34A6EC6-3154-34D4-3749-2B37A7B95758}"/>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41" name="Graphic 40">
            <a:extLst>
              <a:ext uri="{FF2B5EF4-FFF2-40B4-BE49-F238E27FC236}">
                <a16:creationId xmlns:a16="http://schemas.microsoft.com/office/drawing/2014/main" id="{FB207040-EAE0-6037-8FCF-0BDCA6E1D4D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3417" y="6180097"/>
            <a:ext cx="247981" cy="247981"/>
          </a:xfrm>
          <a:prstGeom prst="rect">
            <a:avLst/>
          </a:prstGeom>
        </p:spPr>
      </p:pic>
      <p:pic>
        <p:nvPicPr>
          <p:cNvPr id="42" name="Picture 41">
            <a:extLst>
              <a:ext uri="{FF2B5EF4-FFF2-40B4-BE49-F238E27FC236}">
                <a16:creationId xmlns:a16="http://schemas.microsoft.com/office/drawing/2014/main" id="{4F26358D-45B4-732C-C43B-6FF5F67AAE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9385" y="5655676"/>
            <a:ext cx="286533" cy="286533"/>
          </a:xfrm>
          <a:prstGeom prst="rect">
            <a:avLst/>
          </a:prstGeom>
        </p:spPr>
      </p:pic>
      <p:sp>
        <p:nvSpPr>
          <p:cNvPr id="43" name="TextBox 42">
            <a:extLst>
              <a:ext uri="{FF2B5EF4-FFF2-40B4-BE49-F238E27FC236}">
                <a16:creationId xmlns:a16="http://schemas.microsoft.com/office/drawing/2014/main" id="{8A2B31D2-6AD3-EF84-F10A-0265D3AD4A85}"/>
              </a:ext>
            </a:extLst>
          </p:cNvPr>
          <p:cNvSpPr txBox="1"/>
          <p:nvPr/>
        </p:nvSpPr>
        <p:spPr>
          <a:xfrm>
            <a:off x="5466219" y="609817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VPN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Gateway</a:t>
            </a:r>
          </a:p>
        </p:txBody>
      </p:sp>
      <p:pic>
        <p:nvPicPr>
          <p:cNvPr id="45" name="Graphic 44">
            <a:extLst>
              <a:ext uri="{FF2B5EF4-FFF2-40B4-BE49-F238E27FC236}">
                <a16:creationId xmlns:a16="http://schemas.microsoft.com/office/drawing/2014/main" id="{16D47441-4E96-8CCE-EC93-97BB8B3BFF1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988897" y="5716894"/>
            <a:ext cx="274831" cy="274831"/>
          </a:xfrm>
          <a:prstGeom prst="rect">
            <a:avLst/>
          </a:prstGeom>
        </p:spPr>
      </p:pic>
      <p:pic>
        <p:nvPicPr>
          <p:cNvPr id="46" name="Graphic 45">
            <a:extLst>
              <a:ext uri="{FF2B5EF4-FFF2-40B4-BE49-F238E27FC236}">
                <a16:creationId xmlns:a16="http://schemas.microsoft.com/office/drawing/2014/main" id="{36F36160-1B95-1C71-65AF-F419E481AD3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92228" y="5711358"/>
            <a:ext cx="257701" cy="257701"/>
          </a:xfrm>
          <a:prstGeom prst="rect">
            <a:avLst/>
          </a:prstGeom>
        </p:spPr>
      </p:pic>
      <p:sp>
        <p:nvSpPr>
          <p:cNvPr id="53" name="TextBox 52">
            <a:extLst>
              <a:ext uri="{FF2B5EF4-FFF2-40B4-BE49-F238E27FC236}">
                <a16:creationId xmlns:a16="http://schemas.microsoft.com/office/drawing/2014/main" id="{C4497EC8-B393-13DE-140D-FC54A92C5A7C}"/>
              </a:ext>
            </a:extLst>
          </p:cNvPr>
          <p:cNvSpPr txBox="1"/>
          <p:nvPr/>
        </p:nvSpPr>
        <p:spPr>
          <a:xfrm>
            <a:off x="5444744" y="570421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54" name="Picture 53">
            <a:extLst>
              <a:ext uri="{FF2B5EF4-FFF2-40B4-BE49-F238E27FC236}">
                <a16:creationId xmlns:a16="http://schemas.microsoft.com/office/drawing/2014/main" id="{6304BF34-5368-5A6F-9B59-1796A3B99F00}"/>
              </a:ext>
            </a:extLst>
          </p:cNvPr>
          <p:cNvPicPr>
            <a:picLocks noChangeAspect="1"/>
          </p:cNvPicPr>
          <p:nvPr/>
        </p:nvPicPr>
        <p:blipFill>
          <a:blip r:embed="rId20"/>
          <a:stretch>
            <a:fillRect/>
          </a:stretch>
        </p:blipFill>
        <p:spPr>
          <a:xfrm>
            <a:off x="4195095" y="6078591"/>
            <a:ext cx="318290" cy="302376"/>
          </a:xfrm>
          <a:prstGeom prst="rect">
            <a:avLst/>
          </a:prstGeom>
        </p:spPr>
      </p:pic>
      <p:sp>
        <p:nvSpPr>
          <p:cNvPr id="56" name="TextBox 55">
            <a:extLst>
              <a:ext uri="{FF2B5EF4-FFF2-40B4-BE49-F238E27FC236}">
                <a16:creationId xmlns:a16="http://schemas.microsoft.com/office/drawing/2014/main" id="{C7401CFE-1699-478E-5A35-0168CEBA9C25}"/>
              </a:ext>
            </a:extLst>
          </p:cNvPr>
          <p:cNvSpPr txBox="1"/>
          <p:nvPr/>
        </p:nvSpPr>
        <p:spPr>
          <a:xfrm>
            <a:off x="4447791" y="606897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57" name="TextBox 56">
            <a:extLst>
              <a:ext uri="{FF2B5EF4-FFF2-40B4-BE49-F238E27FC236}">
                <a16:creationId xmlns:a16="http://schemas.microsoft.com/office/drawing/2014/main" id="{6D463645-33E3-01F7-9E6F-C62466496E51}"/>
              </a:ext>
            </a:extLst>
          </p:cNvPr>
          <p:cNvSpPr txBox="1"/>
          <p:nvPr/>
        </p:nvSpPr>
        <p:spPr>
          <a:xfrm>
            <a:off x="4455524" y="570830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58" name="Graphic 57">
            <a:extLst>
              <a:ext uri="{FF2B5EF4-FFF2-40B4-BE49-F238E27FC236}">
                <a16:creationId xmlns:a16="http://schemas.microsoft.com/office/drawing/2014/main" id="{01E89C2F-AF61-4251-C7F9-C10449CE4B8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206366" y="5721947"/>
            <a:ext cx="300461" cy="300461"/>
          </a:xfrm>
          <a:prstGeom prst="rect">
            <a:avLst/>
          </a:prstGeom>
        </p:spPr>
      </p:pic>
      <p:sp>
        <p:nvSpPr>
          <p:cNvPr id="59" name="TextBox 58">
            <a:extLst>
              <a:ext uri="{FF2B5EF4-FFF2-40B4-BE49-F238E27FC236}">
                <a16:creationId xmlns:a16="http://schemas.microsoft.com/office/drawing/2014/main" id="{65056AC1-5BF0-79BE-8E4D-8ACAAED9252C}"/>
              </a:ext>
            </a:extLst>
          </p:cNvPr>
          <p:cNvSpPr txBox="1"/>
          <p:nvPr/>
        </p:nvSpPr>
        <p:spPr>
          <a:xfrm>
            <a:off x="7027466" y="606790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60" name="Graphic 59">
            <a:extLst>
              <a:ext uri="{FF2B5EF4-FFF2-40B4-BE49-F238E27FC236}">
                <a16:creationId xmlns:a16="http://schemas.microsoft.com/office/drawing/2014/main" id="{695CABC2-5870-4D8F-636F-C365ACB09B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795208" y="6151177"/>
            <a:ext cx="290573" cy="290573"/>
          </a:xfrm>
          <a:prstGeom prst="rect">
            <a:avLst/>
          </a:prstGeom>
        </p:spPr>
      </p:pic>
      <p:pic>
        <p:nvPicPr>
          <p:cNvPr id="61" name="Graphic 60">
            <a:extLst>
              <a:ext uri="{FF2B5EF4-FFF2-40B4-BE49-F238E27FC236}">
                <a16:creationId xmlns:a16="http://schemas.microsoft.com/office/drawing/2014/main" id="{5E382458-4CBD-D62A-5232-49F304A5DE89}"/>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3397877" y="5754506"/>
            <a:ext cx="282546" cy="282546"/>
          </a:xfrm>
          <a:prstGeom prst="rect">
            <a:avLst/>
          </a:prstGeom>
        </p:spPr>
      </p:pic>
      <p:sp>
        <p:nvSpPr>
          <p:cNvPr id="62" name="TextBox 61">
            <a:extLst>
              <a:ext uri="{FF2B5EF4-FFF2-40B4-BE49-F238E27FC236}">
                <a16:creationId xmlns:a16="http://schemas.microsoft.com/office/drawing/2014/main" id="{4C7D5F65-B367-E41F-B1FD-B9A8A244E45B}"/>
              </a:ext>
            </a:extLst>
          </p:cNvPr>
          <p:cNvSpPr txBox="1"/>
          <p:nvPr/>
        </p:nvSpPr>
        <p:spPr>
          <a:xfrm>
            <a:off x="3638447" y="578944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63" name="Graphic 62">
            <a:extLst>
              <a:ext uri="{FF2B5EF4-FFF2-40B4-BE49-F238E27FC236}">
                <a16:creationId xmlns:a16="http://schemas.microsoft.com/office/drawing/2014/main" id="{F9F8DF7C-566E-2280-F7AA-8E8F48E024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422167" y="6103299"/>
            <a:ext cx="263654" cy="308076"/>
          </a:xfrm>
          <a:prstGeom prst="rect">
            <a:avLst/>
          </a:prstGeom>
        </p:spPr>
      </p:pic>
      <p:sp>
        <p:nvSpPr>
          <p:cNvPr id="128" name="TextBox 127">
            <a:extLst>
              <a:ext uri="{FF2B5EF4-FFF2-40B4-BE49-F238E27FC236}">
                <a16:creationId xmlns:a16="http://schemas.microsoft.com/office/drawing/2014/main" id="{B7778123-078E-D377-FC6A-49A894C48C8D}"/>
              </a:ext>
            </a:extLst>
          </p:cNvPr>
          <p:cNvSpPr txBox="1"/>
          <p:nvPr/>
        </p:nvSpPr>
        <p:spPr>
          <a:xfrm>
            <a:off x="2651742" y="6014086"/>
            <a:ext cx="101696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VPN Gateway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129" name="Graphic 128">
            <a:extLst>
              <a:ext uri="{FF2B5EF4-FFF2-40B4-BE49-F238E27FC236}">
                <a16:creationId xmlns:a16="http://schemas.microsoft.com/office/drawing/2014/main" id="{B9C6A8D9-58C8-9138-ED01-5E4D3FA292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04228" y="5652130"/>
            <a:ext cx="351904" cy="351904"/>
          </a:xfrm>
          <a:prstGeom prst="rect">
            <a:avLst/>
          </a:prstGeom>
        </p:spPr>
      </p:pic>
      <p:sp>
        <p:nvSpPr>
          <p:cNvPr id="130" name="TextBox 129">
            <a:extLst>
              <a:ext uri="{FF2B5EF4-FFF2-40B4-BE49-F238E27FC236}">
                <a16:creationId xmlns:a16="http://schemas.microsoft.com/office/drawing/2014/main" id="{C7F3DAD8-9EEF-9E42-2DD8-8D8D6C3BAF6B}"/>
              </a:ext>
            </a:extLst>
          </p:cNvPr>
          <p:cNvSpPr txBox="1"/>
          <p:nvPr/>
        </p:nvSpPr>
        <p:spPr>
          <a:xfrm>
            <a:off x="2711399" y="5649588"/>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sp>
        <p:nvSpPr>
          <p:cNvPr id="131" name="TextBox 130">
            <a:extLst>
              <a:ext uri="{FF2B5EF4-FFF2-40B4-BE49-F238E27FC236}">
                <a16:creationId xmlns:a16="http://schemas.microsoft.com/office/drawing/2014/main" id="{2BA8FC66-78DC-0871-5705-C9708D04A992}"/>
              </a:ext>
            </a:extLst>
          </p:cNvPr>
          <p:cNvSpPr txBox="1"/>
          <p:nvPr/>
        </p:nvSpPr>
        <p:spPr>
          <a:xfrm>
            <a:off x="3649072" y="6078285"/>
            <a:ext cx="63942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pic>
        <p:nvPicPr>
          <p:cNvPr id="132" name="Graphic 131">
            <a:extLst>
              <a:ext uri="{FF2B5EF4-FFF2-40B4-BE49-F238E27FC236}">
                <a16:creationId xmlns:a16="http://schemas.microsoft.com/office/drawing/2014/main" id="{AC4E3B7D-E90F-8D52-DC54-9278C525267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395108" y="6093629"/>
            <a:ext cx="298000" cy="298000"/>
          </a:xfrm>
          <a:prstGeom prst="rect">
            <a:avLst/>
          </a:prstGeom>
        </p:spPr>
      </p:pic>
      <p:sp>
        <p:nvSpPr>
          <p:cNvPr id="143" name="Rectangle: Rounded Corners 142">
            <a:extLst>
              <a:ext uri="{FF2B5EF4-FFF2-40B4-BE49-F238E27FC236}">
                <a16:creationId xmlns:a16="http://schemas.microsoft.com/office/drawing/2014/main" id="{A998F78F-2BAF-4AFD-0BD9-D9ACC7C8AE5E}"/>
              </a:ext>
            </a:extLst>
          </p:cNvPr>
          <p:cNvSpPr/>
          <p:nvPr/>
        </p:nvSpPr>
        <p:spPr bwMode="auto">
          <a:xfrm>
            <a:off x="2797285" y="535434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CC55B4B6-1292-0BE4-EAD4-3C89C6D1EB7F}"/>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5060882" y="6028595"/>
            <a:ext cx="337770" cy="337770"/>
          </a:xfrm>
          <a:prstGeom prst="rect">
            <a:avLst/>
          </a:prstGeom>
        </p:spPr>
      </p:pic>
      <p:pic>
        <p:nvPicPr>
          <p:cNvPr id="145" name="Graphic 144">
            <a:extLst>
              <a:ext uri="{FF2B5EF4-FFF2-40B4-BE49-F238E27FC236}">
                <a16:creationId xmlns:a16="http://schemas.microsoft.com/office/drawing/2014/main" id="{212242D9-7357-0210-FB59-05210E2FA13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748516" y="5696551"/>
            <a:ext cx="296391" cy="296391"/>
          </a:xfrm>
          <a:prstGeom prst="rect">
            <a:avLst/>
          </a:prstGeom>
        </p:spPr>
      </p:pic>
      <p:sp>
        <p:nvSpPr>
          <p:cNvPr id="168" name="TextBox 167">
            <a:extLst>
              <a:ext uri="{FF2B5EF4-FFF2-40B4-BE49-F238E27FC236}">
                <a16:creationId xmlns:a16="http://schemas.microsoft.com/office/drawing/2014/main" id="{6D24D79A-81DC-DE85-A6E4-B5CE649CE498}"/>
              </a:ext>
            </a:extLst>
          </p:cNvPr>
          <p:cNvSpPr txBox="1"/>
          <p:nvPr/>
        </p:nvSpPr>
        <p:spPr>
          <a:xfrm>
            <a:off x="7007929" y="5627098"/>
            <a:ext cx="83499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Security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77497624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4044-B377-F4D5-4B36-84E1CCE1D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E13BC-A965-57CE-6BDD-35634DAAB466}"/>
              </a:ext>
            </a:extLst>
          </p:cNvPr>
          <p:cNvSpPr>
            <a:spLocks noGrp="1"/>
          </p:cNvSpPr>
          <p:nvPr>
            <p:ph type="title"/>
          </p:nvPr>
        </p:nvSpPr>
        <p:spPr>
          <a:xfrm>
            <a:off x="381000" y="457200"/>
            <a:ext cx="11430000" cy="553998"/>
          </a:xfrm>
        </p:spPr>
        <p:txBody>
          <a:bodyPr/>
          <a:lstStyle/>
          <a:p>
            <a:r>
              <a:rPr lang="en-US" dirty="0">
                <a:cs typeface="Segoe UI"/>
              </a:rPr>
              <a:t>Private VPN Gateway deployment</a:t>
            </a:r>
            <a:endParaRPr lang="en-US" dirty="0"/>
          </a:p>
        </p:txBody>
      </p:sp>
      <p:sp>
        <p:nvSpPr>
          <p:cNvPr id="237" name="Rectangle 236">
            <a:extLst>
              <a:ext uri="{FF2B5EF4-FFF2-40B4-BE49-F238E27FC236}">
                <a16:creationId xmlns:a16="http://schemas.microsoft.com/office/drawing/2014/main" id="{EA32C87E-0499-C4CD-D776-3F671CCA81BE}"/>
              </a:ext>
            </a:extLst>
          </p:cNvPr>
          <p:cNvSpPr/>
          <p:nvPr/>
        </p:nvSpPr>
        <p:spPr>
          <a:xfrm>
            <a:off x="2288779" y="1304746"/>
            <a:ext cx="7326561"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FFDDC8C9-E248-0393-83A1-CF52472EFB64}"/>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E36ABD41-EB9F-E7B8-6343-276192D6C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598E6146-4691-C6E7-91B6-FC7C8DC67690}"/>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C9EE0828-9FFD-1428-FDC5-3F6EA0B690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E451FDD7-5E76-1137-8832-BC73E0E2A5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EE8F9475-ABF5-87B1-622D-FD88B26573B5}"/>
              </a:ext>
            </a:extLst>
          </p:cNvPr>
          <p:cNvSpPr txBox="1"/>
          <p:nvPr/>
        </p:nvSpPr>
        <p:spPr>
          <a:xfrm>
            <a:off x="8665594" y="1399666"/>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15566165-907A-BA0C-FF3D-BCE478FE0A6B}"/>
              </a:ext>
            </a:extLst>
          </p:cNvPr>
          <p:cNvSpPr/>
          <p:nvPr/>
        </p:nvSpPr>
        <p:spPr>
          <a:xfrm>
            <a:off x="3086100" y="1407680"/>
            <a:ext cx="6356596"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299" name="Graphic 298">
            <a:extLst>
              <a:ext uri="{FF2B5EF4-FFF2-40B4-BE49-F238E27FC236}">
                <a16:creationId xmlns:a16="http://schemas.microsoft.com/office/drawing/2014/main" id="{4370FF5B-9A5E-D9CE-B026-4B494A3391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27557" y="3248818"/>
            <a:ext cx="247981" cy="247981"/>
          </a:xfrm>
          <a:prstGeom prst="rect">
            <a:avLst/>
          </a:prstGeom>
        </p:spPr>
      </p:pic>
      <p:sp>
        <p:nvSpPr>
          <p:cNvPr id="301" name="TextBox 300">
            <a:extLst>
              <a:ext uri="{FF2B5EF4-FFF2-40B4-BE49-F238E27FC236}">
                <a16:creationId xmlns:a16="http://schemas.microsoft.com/office/drawing/2014/main" id="{2B26E4AD-C113-B0AA-B36D-EB77FA15C4E8}"/>
              </a:ext>
            </a:extLst>
          </p:cNvPr>
          <p:cNvSpPr txBox="1"/>
          <p:nvPr/>
        </p:nvSpPr>
        <p:spPr>
          <a:xfrm>
            <a:off x="6958899" y="3561716"/>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pic>
        <p:nvPicPr>
          <p:cNvPr id="318" name="Picture 317">
            <a:extLst>
              <a:ext uri="{FF2B5EF4-FFF2-40B4-BE49-F238E27FC236}">
                <a16:creationId xmlns:a16="http://schemas.microsoft.com/office/drawing/2014/main" id="{9AF53353-07AC-5FE6-6D94-233BFF100151}"/>
              </a:ext>
            </a:extLst>
          </p:cNvPr>
          <p:cNvPicPr>
            <a:picLocks noChangeAspect="1"/>
          </p:cNvPicPr>
          <p:nvPr/>
        </p:nvPicPr>
        <p:blipFill>
          <a:blip r:embed="rId7"/>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80AFA56E-8C9B-0F7E-1B24-5C3E40D7CBFB}"/>
              </a:ext>
            </a:extLst>
          </p:cNvPr>
          <p:cNvPicPr>
            <a:picLocks noChangeAspect="1"/>
          </p:cNvPicPr>
          <p:nvPr/>
        </p:nvPicPr>
        <p:blipFill>
          <a:blip r:embed="rId8"/>
          <a:stretch>
            <a:fillRect/>
          </a:stretch>
        </p:blipFill>
        <p:spPr>
          <a:xfrm>
            <a:off x="199561" y="4038407"/>
            <a:ext cx="1823558" cy="1069513"/>
          </a:xfrm>
          <a:prstGeom prst="rect">
            <a:avLst/>
          </a:prstGeom>
        </p:spPr>
      </p:pic>
      <p:sp>
        <p:nvSpPr>
          <p:cNvPr id="225" name="Rectangle: Rounded Corners 224">
            <a:extLst>
              <a:ext uri="{FF2B5EF4-FFF2-40B4-BE49-F238E27FC236}">
                <a16:creationId xmlns:a16="http://schemas.microsoft.com/office/drawing/2014/main" id="{F31D6CB5-0FCD-D137-8E25-9E382DB0EA3B}"/>
              </a:ext>
            </a:extLst>
          </p:cNvPr>
          <p:cNvSpPr/>
          <p:nvPr/>
        </p:nvSpPr>
        <p:spPr bwMode="auto">
          <a:xfrm>
            <a:off x="7324277" y="3921085"/>
            <a:ext cx="884992"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148" name="Rectangle 147">
            <a:extLst>
              <a:ext uri="{FF2B5EF4-FFF2-40B4-BE49-F238E27FC236}">
                <a16:creationId xmlns:a16="http://schemas.microsoft.com/office/drawing/2014/main" id="{FD498EC2-AC92-CCAD-DF16-AB34260E2287}"/>
              </a:ext>
            </a:extLst>
          </p:cNvPr>
          <p:cNvSpPr/>
          <p:nvPr/>
        </p:nvSpPr>
        <p:spPr>
          <a:xfrm>
            <a:off x="3316861" y="1717121"/>
            <a:ext cx="5311289" cy="3433097"/>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86" name="Graphic 185">
            <a:extLst>
              <a:ext uri="{FF2B5EF4-FFF2-40B4-BE49-F238E27FC236}">
                <a16:creationId xmlns:a16="http://schemas.microsoft.com/office/drawing/2014/main" id="{8BA5896B-E8B3-DED8-8BD1-6D1F95F9E9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147327" y="1541169"/>
            <a:ext cx="351904" cy="351904"/>
          </a:xfrm>
          <a:prstGeom prst="rect">
            <a:avLst/>
          </a:prstGeom>
        </p:spPr>
      </p:pic>
      <p:sp>
        <p:nvSpPr>
          <p:cNvPr id="197" name="TextBox 196">
            <a:extLst>
              <a:ext uri="{FF2B5EF4-FFF2-40B4-BE49-F238E27FC236}">
                <a16:creationId xmlns:a16="http://schemas.microsoft.com/office/drawing/2014/main" id="{B4A2731C-0266-9244-F5AC-1386CBCC097A}"/>
              </a:ext>
            </a:extLst>
          </p:cNvPr>
          <p:cNvSpPr txBox="1"/>
          <p:nvPr/>
        </p:nvSpPr>
        <p:spPr>
          <a:xfrm>
            <a:off x="3436162" y="1738220"/>
            <a:ext cx="1115092" cy="338554"/>
          </a:xfrm>
          <a:prstGeom prst="rect">
            <a:avLst/>
          </a:prstGeom>
          <a:noFill/>
        </p:spPr>
        <p:txBody>
          <a:bodyPr wrap="square" rtlCol="0">
            <a:spAutoFit/>
          </a:bodyPr>
          <a:lstStyle/>
          <a:p>
            <a:r>
              <a:rPr lang="en-US" sz="800" dirty="0">
                <a:solidFill>
                  <a:schemeClr val="accent1">
                    <a:lumMod val="75000"/>
                  </a:schemeClr>
                </a:solidFill>
              </a:rPr>
              <a:t>private Azure AI resource group </a:t>
            </a:r>
          </a:p>
        </p:txBody>
      </p:sp>
      <p:sp>
        <p:nvSpPr>
          <p:cNvPr id="164" name="Rectangle 163">
            <a:extLst>
              <a:ext uri="{FF2B5EF4-FFF2-40B4-BE49-F238E27FC236}">
                <a16:creationId xmlns:a16="http://schemas.microsoft.com/office/drawing/2014/main" id="{6704AC46-7E30-F7D7-2594-86E8F96108F2}"/>
              </a:ext>
            </a:extLst>
          </p:cNvPr>
          <p:cNvSpPr/>
          <p:nvPr/>
        </p:nvSpPr>
        <p:spPr>
          <a:xfrm>
            <a:off x="4310993" y="1924633"/>
            <a:ext cx="2506796" cy="315363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pic>
        <p:nvPicPr>
          <p:cNvPr id="165" name="Graphic 164">
            <a:extLst>
              <a:ext uri="{FF2B5EF4-FFF2-40B4-BE49-F238E27FC236}">
                <a16:creationId xmlns:a16="http://schemas.microsoft.com/office/drawing/2014/main" id="{EB59AC98-3A5A-DE58-15F4-BDF1E0315EB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05810" y="1680488"/>
            <a:ext cx="300461" cy="300461"/>
          </a:xfrm>
          <a:prstGeom prst="rect">
            <a:avLst/>
          </a:prstGeom>
        </p:spPr>
      </p:pic>
      <p:sp>
        <p:nvSpPr>
          <p:cNvPr id="166" name="Rectangle 165">
            <a:extLst>
              <a:ext uri="{FF2B5EF4-FFF2-40B4-BE49-F238E27FC236}">
                <a16:creationId xmlns:a16="http://schemas.microsoft.com/office/drawing/2014/main" id="{1BC8FD3D-7A87-4130-0132-5C8242AC24E0}"/>
              </a:ext>
            </a:extLst>
          </p:cNvPr>
          <p:cNvSpPr/>
          <p:nvPr/>
        </p:nvSpPr>
        <p:spPr>
          <a:xfrm>
            <a:off x="5587446" y="2058641"/>
            <a:ext cx="1115093" cy="292882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167" name="TextBox 166">
            <a:extLst>
              <a:ext uri="{FF2B5EF4-FFF2-40B4-BE49-F238E27FC236}">
                <a16:creationId xmlns:a16="http://schemas.microsoft.com/office/drawing/2014/main" id="{A369682B-F3D0-5080-7574-F262BA5AA1A4}"/>
              </a:ext>
            </a:extLst>
          </p:cNvPr>
          <p:cNvSpPr txBox="1"/>
          <p:nvPr/>
        </p:nvSpPr>
        <p:spPr>
          <a:xfrm>
            <a:off x="5557884" y="2021900"/>
            <a:ext cx="1115091" cy="338554"/>
          </a:xfrm>
          <a:prstGeom prst="rect">
            <a:avLst/>
          </a:prstGeom>
          <a:noFill/>
        </p:spPr>
        <p:txBody>
          <a:bodyPr wrap="square" rtlCol="0">
            <a:spAutoFit/>
          </a:bodyPr>
          <a:lstStyle/>
          <a:p>
            <a:r>
              <a:rPr lang="en-US" sz="800" dirty="0">
                <a:solidFill>
                  <a:schemeClr val="accent1">
                    <a:lumMod val="75000"/>
                  </a:schemeClr>
                </a:solidFill>
              </a:rPr>
              <a:t>Default 10.13.0.0/24</a:t>
            </a:r>
          </a:p>
          <a:p>
            <a:r>
              <a:rPr lang="en-US" sz="800" dirty="0">
                <a:solidFill>
                  <a:schemeClr val="accent1">
                    <a:lumMod val="75000"/>
                  </a:schemeClr>
                </a:solidFill>
              </a:rPr>
              <a:t>Subnet</a:t>
            </a:r>
          </a:p>
        </p:txBody>
      </p:sp>
      <p:sp>
        <p:nvSpPr>
          <p:cNvPr id="169" name="TextBox 168">
            <a:extLst>
              <a:ext uri="{FF2B5EF4-FFF2-40B4-BE49-F238E27FC236}">
                <a16:creationId xmlns:a16="http://schemas.microsoft.com/office/drawing/2014/main" id="{602C9ED1-C038-EDCE-154E-C2E0E2BAFD05}"/>
              </a:ext>
            </a:extLst>
          </p:cNvPr>
          <p:cNvSpPr txBox="1"/>
          <p:nvPr/>
        </p:nvSpPr>
        <p:spPr>
          <a:xfrm>
            <a:off x="4288653" y="1958955"/>
            <a:ext cx="940070" cy="215444"/>
          </a:xfrm>
          <a:prstGeom prst="rect">
            <a:avLst/>
          </a:prstGeom>
          <a:noFill/>
        </p:spPr>
        <p:txBody>
          <a:bodyPr wrap="square" rtlCol="0">
            <a:spAutoFit/>
          </a:bodyPr>
          <a:lstStyle/>
          <a:p>
            <a:r>
              <a:rPr lang="en-US" sz="800" dirty="0">
                <a:solidFill>
                  <a:schemeClr val="accent1">
                    <a:lumMod val="75000"/>
                  </a:schemeClr>
                </a:solidFill>
              </a:rPr>
              <a:t>10.13.0.0/16</a:t>
            </a:r>
          </a:p>
        </p:txBody>
      </p:sp>
      <p:sp>
        <p:nvSpPr>
          <p:cNvPr id="175" name="TextBox 174">
            <a:extLst>
              <a:ext uri="{FF2B5EF4-FFF2-40B4-BE49-F238E27FC236}">
                <a16:creationId xmlns:a16="http://schemas.microsoft.com/office/drawing/2014/main" id="{0E0A0156-164F-9383-40F1-4FD3857A26E2}"/>
              </a:ext>
            </a:extLst>
          </p:cNvPr>
          <p:cNvSpPr txBox="1"/>
          <p:nvPr/>
        </p:nvSpPr>
        <p:spPr>
          <a:xfrm>
            <a:off x="5748747" y="2461487"/>
            <a:ext cx="103130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a:t>
            </a:r>
            <a:r>
              <a:rPr lang="en-US" sz="800" dirty="0">
                <a:solidFill>
                  <a:srgbClr val="00BCF2">
                    <a:lumMod val="50000"/>
                  </a:srgbClr>
                </a:solidFill>
                <a:latin typeface="Segoe UI"/>
              </a:rPr>
              <a:t>0</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.13.0.7</a:t>
            </a:r>
          </a:p>
        </p:txBody>
      </p:sp>
      <p:pic>
        <p:nvPicPr>
          <p:cNvPr id="176" name="Picture 175">
            <a:extLst>
              <a:ext uri="{FF2B5EF4-FFF2-40B4-BE49-F238E27FC236}">
                <a16:creationId xmlns:a16="http://schemas.microsoft.com/office/drawing/2014/main" id="{473B9766-69A9-F7AB-CB33-5F26A1140D82}"/>
              </a:ext>
            </a:extLst>
          </p:cNvPr>
          <p:cNvPicPr>
            <a:picLocks noChangeAspect="1"/>
          </p:cNvPicPr>
          <p:nvPr/>
        </p:nvPicPr>
        <p:blipFill>
          <a:blip r:embed="rId11"/>
          <a:stretch>
            <a:fillRect/>
          </a:stretch>
        </p:blipFill>
        <p:spPr>
          <a:xfrm>
            <a:off x="6301948" y="2253476"/>
            <a:ext cx="238753" cy="226816"/>
          </a:xfrm>
          <a:prstGeom prst="rect">
            <a:avLst/>
          </a:prstGeom>
        </p:spPr>
      </p:pic>
      <p:pic>
        <p:nvPicPr>
          <p:cNvPr id="181" name="Graphic 180">
            <a:extLst>
              <a:ext uri="{FF2B5EF4-FFF2-40B4-BE49-F238E27FC236}">
                <a16:creationId xmlns:a16="http://schemas.microsoft.com/office/drawing/2014/main" id="{F36983C9-EF68-1270-3005-430E51B58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83010" y="2302525"/>
            <a:ext cx="213757" cy="213757"/>
          </a:xfrm>
          <a:prstGeom prst="rect">
            <a:avLst/>
          </a:prstGeom>
        </p:spPr>
      </p:pic>
      <p:pic>
        <p:nvPicPr>
          <p:cNvPr id="184" name="Graphic 183">
            <a:extLst>
              <a:ext uri="{FF2B5EF4-FFF2-40B4-BE49-F238E27FC236}">
                <a16:creationId xmlns:a16="http://schemas.microsoft.com/office/drawing/2014/main" id="{D71D9563-D9B1-B377-DBAE-D7D46B393DC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32888" y="2301039"/>
            <a:ext cx="221246" cy="221246"/>
          </a:xfrm>
          <a:prstGeom prst="rect">
            <a:avLst/>
          </a:prstGeom>
        </p:spPr>
      </p:pic>
      <p:sp>
        <p:nvSpPr>
          <p:cNvPr id="188" name="TextBox 187">
            <a:extLst>
              <a:ext uri="{FF2B5EF4-FFF2-40B4-BE49-F238E27FC236}">
                <a16:creationId xmlns:a16="http://schemas.microsoft.com/office/drawing/2014/main" id="{11068EF1-E379-166D-3CE2-A1DD579E167C}"/>
              </a:ext>
            </a:extLst>
          </p:cNvPr>
          <p:cNvSpPr txBox="1"/>
          <p:nvPr/>
        </p:nvSpPr>
        <p:spPr>
          <a:xfrm>
            <a:off x="5627248" y="3075490"/>
            <a:ext cx="1225079"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b</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lob 10.13.0.5</a:t>
            </a:r>
          </a:p>
        </p:txBody>
      </p:sp>
      <p:pic>
        <p:nvPicPr>
          <p:cNvPr id="189" name="Picture 188">
            <a:extLst>
              <a:ext uri="{FF2B5EF4-FFF2-40B4-BE49-F238E27FC236}">
                <a16:creationId xmlns:a16="http://schemas.microsoft.com/office/drawing/2014/main" id="{EB78D75E-5321-4B4C-82D6-EFC1C1E0EF38}"/>
              </a:ext>
            </a:extLst>
          </p:cNvPr>
          <p:cNvPicPr>
            <a:picLocks noChangeAspect="1"/>
          </p:cNvPicPr>
          <p:nvPr/>
        </p:nvPicPr>
        <p:blipFill>
          <a:blip r:embed="rId11"/>
          <a:stretch>
            <a:fillRect/>
          </a:stretch>
        </p:blipFill>
        <p:spPr>
          <a:xfrm>
            <a:off x="6285391" y="2837367"/>
            <a:ext cx="238753" cy="226816"/>
          </a:xfrm>
          <a:prstGeom prst="rect">
            <a:avLst/>
          </a:prstGeom>
        </p:spPr>
      </p:pic>
      <p:pic>
        <p:nvPicPr>
          <p:cNvPr id="193" name="Graphic 192">
            <a:extLst>
              <a:ext uri="{FF2B5EF4-FFF2-40B4-BE49-F238E27FC236}">
                <a16:creationId xmlns:a16="http://schemas.microsoft.com/office/drawing/2014/main" id="{708F5BEA-86A1-55FD-962F-1CCDF47030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66453" y="2886416"/>
            <a:ext cx="213757" cy="213757"/>
          </a:xfrm>
          <a:prstGeom prst="rect">
            <a:avLst/>
          </a:prstGeom>
        </p:spPr>
      </p:pic>
      <p:pic>
        <p:nvPicPr>
          <p:cNvPr id="194" name="Graphic 193">
            <a:extLst>
              <a:ext uri="{FF2B5EF4-FFF2-40B4-BE49-F238E27FC236}">
                <a16:creationId xmlns:a16="http://schemas.microsoft.com/office/drawing/2014/main" id="{1376A65E-FD5D-8AFA-5C70-80712A31A30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16331" y="2884930"/>
            <a:ext cx="221246" cy="221246"/>
          </a:xfrm>
          <a:prstGeom prst="rect">
            <a:avLst/>
          </a:prstGeom>
        </p:spPr>
      </p:pic>
      <p:sp>
        <p:nvSpPr>
          <p:cNvPr id="195" name="TextBox 194">
            <a:extLst>
              <a:ext uri="{FF2B5EF4-FFF2-40B4-BE49-F238E27FC236}">
                <a16:creationId xmlns:a16="http://schemas.microsoft.com/office/drawing/2014/main" id="{336563AA-459E-2C89-668D-EA8818E0A646}"/>
              </a:ext>
            </a:extLst>
          </p:cNvPr>
          <p:cNvSpPr txBox="1"/>
          <p:nvPr/>
        </p:nvSpPr>
        <p:spPr>
          <a:xfrm>
            <a:off x="5863780" y="4621839"/>
            <a:ext cx="10965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10.13.0.9</a:t>
            </a:r>
          </a:p>
        </p:txBody>
      </p:sp>
      <p:pic>
        <p:nvPicPr>
          <p:cNvPr id="196" name="Picture 195">
            <a:extLst>
              <a:ext uri="{FF2B5EF4-FFF2-40B4-BE49-F238E27FC236}">
                <a16:creationId xmlns:a16="http://schemas.microsoft.com/office/drawing/2014/main" id="{39EFD0DC-4CD6-3095-7ADC-52E5B2813EAC}"/>
              </a:ext>
            </a:extLst>
          </p:cNvPr>
          <p:cNvPicPr>
            <a:picLocks noChangeAspect="1"/>
          </p:cNvPicPr>
          <p:nvPr/>
        </p:nvPicPr>
        <p:blipFill>
          <a:blip r:embed="rId11"/>
          <a:stretch>
            <a:fillRect/>
          </a:stretch>
        </p:blipFill>
        <p:spPr>
          <a:xfrm>
            <a:off x="6319785" y="4302043"/>
            <a:ext cx="238753" cy="226816"/>
          </a:xfrm>
          <a:prstGeom prst="rect">
            <a:avLst/>
          </a:prstGeom>
        </p:spPr>
      </p:pic>
      <p:pic>
        <p:nvPicPr>
          <p:cNvPr id="198" name="Graphic 197">
            <a:extLst>
              <a:ext uri="{FF2B5EF4-FFF2-40B4-BE49-F238E27FC236}">
                <a16:creationId xmlns:a16="http://schemas.microsoft.com/office/drawing/2014/main" id="{042EE654-99F0-42CC-8510-F8FFD4EBCD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100847" y="4351092"/>
            <a:ext cx="213757" cy="213757"/>
          </a:xfrm>
          <a:prstGeom prst="rect">
            <a:avLst/>
          </a:prstGeom>
        </p:spPr>
      </p:pic>
      <p:pic>
        <p:nvPicPr>
          <p:cNvPr id="199" name="Graphic 198">
            <a:extLst>
              <a:ext uri="{FF2B5EF4-FFF2-40B4-BE49-F238E27FC236}">
                <a16:creationId xmlns:a16="http://schemas.microsoft.com/office/drawing/2014/main" id="{926DD327-780E-E28A-5509-F133541427F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50725" y="4349606"/>
            <a:ext cx="221246" cy="221246"/>
          </a:xfrm>
          <a:prstGeom prst="rect">
            <a:avLst/>
          </a:prstGeom>
        </p:spPr>
      </p:pic>
      <p:sp>
        <p:nvSpPr>
          <p:cNvPr id="204" name="Rectangle 203">
            <a:extLst>
              <a:ext uri="{FF2B5EF4-FFF2-40B4-BE49-F238E27FC236}">
                <a16:creationId xmlns:a16="http://schemas.microsoft.com/office/drawing/2014/main" id="{C35CF51B-9D1D-391F-D8DB-2FA6DAE21B87}"/>
              </a:ext>
            </a:extLst>
          </p:cNvPr>
          <p:cNvSpPr/>
          <p:nvPr/>
        </p:nvSpPr>
        <p:spPr>
          <a:xfrm>
            <a:off x="4383256" y="3659721"/>
            <a:ext cx="1220773" cy="132774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1" name="Rectangle 210">
            <a:extLst>
              <a:ext uri="{FF2B5EF4-FFF2-40B4-BE49-F238E27FC236}">
                <a16:creationId xmlns:a16="http://schemas.microsoft.com/office/drawing/2014/main" id="{19EFA14A-A8BF-0784-31EF-859748A7D078}"/>
              </a:ext>
            </a:extLst>
          </p:cNvPr>
          <p:cNvSpPr/>
          <p:nvPr/>
        </p:nvSpPr>
        <p:spPr>
          <a:xfrm>
            <a:off x="4375255" y="2683318"/>
            <a:ext cx="1115093" cy="40572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2" name="TextBox 211">
            <a:extLst>
              <a:ext uri="{FF2B5EF4-FFF2-40B4-BE49-F238E27FC236}">
                <a16:creationId xmlns:a16="http://schemas.microsoft.com/office/drawing/2014/main" id="{0223BF1B-9E6D-9081-25BD-7B4920EE87B6}"/>
              </a:ext>
            </a:extLst>
          </p:cNvPr>
          <p:cNvSpPr txBox="1"/>
          <p:nvPr/>
        </p:nvSpPr>
        <p:spPr>
          <a:xfrm>
            <a:off x="4322050" y="2683317"/>
            <a:ext cx="1115092" cy="338554"/>
          </a:xfrm>
          <a:prstGeom prst="rect">
            <a:avLst/>
          </a:prstGeom>
          <a:noFill/>
        </p:spPr>
        <p:txBody>
          <a:bodyPr wrap="square" rtlCol="0">
            <a:spAutoFit/>
          </a:bodyPr>
          <a:lstStyle/>
          <a:p>
            <a:r>
              <a:rPr lang="en-US" sz="800" dirty="0">
                <a:solidFill>
                  <a:schemeClr val="accent1">
                    <a:lumMod val="75000"/>
                  </a:schemeClr>
                </a:solidFill>
              </a:rPr>
              <a:t>DNS Delegation</a:t>
            </a:r>
          </a:p>
          <a:p>
            <a:r>
              <a:rPr lang="en-US" sz="800" dirty="0">
                <a:solidFill>
                  <a:schemeClr val="accent1">
                    <a:lumMod val="75000"/>
                  </a:schemeClr>
                </a:solidFill>
              </a:rPr>
              <a:t>Subnet</a:t>
            </a:r>
          </a:p>
        </p:txBody>
      </p:sp>
      <p:sp>
        <p:nvSpPr>
          <p:cNvPr id="213" name="TextBox 212">
            <a:extLst>
              <a:ext uri="{FF2B5EF4-FFF2-40B4-BE49-F238E27FC236}">
                <a16:creationId xmlns:a16="http://schemas.microsoft.com/office/drawing/2014/main" id="{7885C043-3944-6F20-A91F-925EA9E12B6D}"/>
              </a:ext>
            </a:extLst>
          </p:cNvPr>
          <p:cNvSpPr txBox="1"/>
          <p:nvPr/>
        </p:nvSpPr>
        <p:spPr>
          <a:xfrm>
            <a:off x="4841970" y="2896289"/>
            <a:ext cx="759982" cy="215444"/>
          </a:xfrm>
          <a:prstGeom prst="rect">
            <a:avLst/>
          </a:prstGeom>
          <a:noFill/>
        </p:spPr>
        <p:txBody>
          <a:bodyPr wrap="square" rtlCol="0">
            <a:spAutoFit/>
          </a:bodyPr>
          <a:lstStyle/>
          <a:p>
            <a:r>
              <a:rPr lang="en-US" sz="800" dirty="0">
                <a:solidFill>
                  <a:schemeClr val="accent1">
                    <a:lumMod val="75000"/>
                  </a:schemeClr>
                </a:solidFill>
              </a:rPr>
              <a:t>10.13.4.0/24</a:t>
            </a:r>
          </a:p>
        </p:txBody>
      </p:sp>
      <p:cxnSp>
        <p:nvCxnSpPr>
          <p:cNvPr id="214" name="Straight Connector 213">
            <a:extLst>
              <a:ext uri="{FF2B5EF4-FFF2-40B4-BE49-F238E27FC236}">
                <a16:creationId xmlns:a16="http://schemas.microsoft.com/office/drawing/2014/main" id="{7A3D6938-0360-261A-DE59-12036BC6EF33}"/>
              </a:ext>
            </a:extLst>
          </p:cNvPr>
          <p:cNvCxnSpPr>
            <a:cxnSpLocks/>
            <a:stCxn id="286" idx="3"/>
          </p:cNvCxnSpPr>
          <p:nvPr/>
        </p:nvCxnSpPr>
        <p:spPr>
          <a:xfrm>
            <a:off x="4006543" y="3272002"/>
            <a:ext cx="377681" cy="779"/>
          </a:xfrm>
          <a:prstGeom prst="line">
            <a:avLst/>
          </a:prstGeom>
          <a:ln>
            <a:solidFill>
              <a:schemeClr val="tx1"/>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5" name="Rectangle 214">
            <a:extLst>
              <a:ext uri="{FF2B5EF4-FFF2-40B4-BE49-F238E27FC236}">
                <a16:creationId xmlns:a16="http://schemas.microsoft.com/office/drawing/2014/main" id="{BBA14A7A-6B47-68E8-03B3-91901D530607}"/>
              </a:ext>
            </a:extLst>
          </p:cNvPr>
          <p:cNvSpPr/>
          <p:nvPr/>
        </p:nvSpPr>
        <p:spPr>
          <a:xfrm>
            <a:off x="4382017" y="3136814"/>
            <a:ext cx="1115093" cy="396573"/>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6" name="TextBox 215">
            <a:extLst>
              <a:ext uri="{FF2B5EF4-FFF2-40B4-BE49-F238E27FC236}">
                <a16:creationId xmlns:a16="http://schemas.microsoft.com/office/drawing/2014/main" id="{1236B843-3BF4-58AE-3CA7-373DF072DA61}"/>
              </a:ext>
            </a:extLst>
          </p:cNvPr>
          <p:cNvSpPr txBox="1"/>
          <p:nvPr/>
        </p:nvSpPr>
        <p:spPr>
          <a:xfrm>
            <a:off x="4848732" y="3333352"/>
            <a:ext cx="759982" cy="215444"/>
          </a:xfrm>
          <a:prstGeom prst="rect">
            <a:avLst/>
          </a:prstGeom>
          <a:noFill/>
        </p:spPr>
        <p:txBody>
          <a:bodyPr wrap="square" rtlCol="0">
            <a:spAutoFit/>
          </a:bodyPr>
          <a:lstStyle/>
          <a:p>
            <a:r>
              <a:rPr lang="en-US" sz="800" dirty="0">
                <a:solidFill>
                  <a:schemeClr val="accent1">
                    <a:lumMod val="75000"/>
                  </a:schemeClr>
                </a:solidFill>
              </a:rPr>
              <a:t>10.13.3.0/24</a:t>
            </a:r>
          </a:p>
        </p:txBody>
      </p:sp>
      <p:sp>
        <p:nvSpPr>
          <p:cNvPr id="217" name="TextBox 216">
            <a:extLst>
              <a:ext uri="{FF2B5EF4-FFF2-40B4-BE49-F238E27FC236}">
                <a16:creationId xmlns:a16="http://schemas.microsoft.com/office/drawing/2014/main" id="{30929DE1-DB34-1527-2FB2-14081237224C}"/>
              </a:ext>
            </a:extLst>
          </p:cNvPr>
          <p:cNvSpPr txBox="1"/>
          <p:nvPr/>
        </p:nvSpPr>
        <p:spPr>
          <a:xfrm>
            <a:off x="4332818" y="3121169"/>
            <a:ext cx="1115092" cy="215444"/>
          </a:xfrm>
          <a:prstGeom prst="rect">
            <a:avLst/>
          </a:prstGeom>
          <a:noFill/>
        </p:spPr>
        <p:txBody>
          <a:bodyPr wrap="square" rtlCol="0">
            <a:spAutoFit/>
          </a:bodyPr>
          <a:lstStyle/>
          <a:p>
            <a:r>
              <a:rPr lang="en-US" sz="800" dirty="0">
                <a:solidFill>
                  <a:schemeClr val="accent1">
                    <a:lumMod val="75000"/>
                  </a:schemeClr>
                </a:solidFill>
              </a:rPr>
              <a:t>VPN Gateway</a:t>
            </a:r>
          </a:p>
        </p:txBody>
      </p:sp>
      <p:sp>
        <p:nvSpPr>
          <p:cNvPr id="218" name="Rectangle 217">
            <a:extLst>
              <a:ext uri="{FF2B5EF4-FFF2-40B4-BE49-F238E27FC236}">
                <a16:creationId xmlns:a16="http://schemas.microsoft.com/office/drawing/2014/main" id="{9AF27AFA-EAFF-5C76-E159-CF1E56C26B9B}"/>
              </a:ext>
            </a:extLst>
          </p:cNvPr>
          <p:cNvSpPr/>
          <p:nvPr/>
        </p:nvSpPr>
        <p:spPr>
          <a:xfrm>
            <a:off x="4375255" y="2195637"/>
            <a:ext cx="1115093" cy="428977"/>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9" name="TextBox 218">
            <a:extLst>
              <a:ext uri="{FF2B5EF4-FFF2-40B4-BE49-F238E27FC236}">
                <a16:creationId xmlns:a16="http://schemas.microsoft.com/office/drawing/2014/main" id="{CE2EBDFB-6EFF-2C41-63EB-2AADA9EBA956}"/>
              </a:ext>
            </a:extLst>
          </p:cNvPr>
          <p:cNvSpPr txBox="1"/>
          <p:nvPr/>
        </p:nvSpPr>
        <p:spPr>
          <a:xfrm>
            <a:off x="4322050" y="2195637"/>
            <a:ext cx="1115092" cy="338554"/>
          </a:xfrm>
          <a:prstGeom prst="rect">
            <a:avLst/>
          </a:prstGeom>
          <a:noFill/>
        </p:spPr>
        <p:txBody>
          <a:bodyPr wrap="square" rtlCol="0">
            <a:spAutoFit/>
          </a:bodyPr>
          <a:lstStyle/>
          <a:p>
            <a:r>
              <a:rPr lang="en-US" sz="800" dirty="0">
                <a:solidFill>
                  <a:schemeClr val="accent1">
                    <a:lumMod val="75000"/>
                  </a:schemeClr>
                </a:solidFill>
              </a:rPr>
              <a:t>Bastion</a:t>
            </a:r>
          </a:p>
          <a:p>
            <a:r>
              <a:rPr lang="en-US" sz="800" dirty="0">
                <a:solidFill>
                  <a:schemeClr val="accent1">
                    <a:lumMod val="75000"/>
                  </a:schemeClr>
                </a:solidFill>
              </a:rPr>
              <a:t>Subnet</a:t>
            </a:r>
          </a:p>
        </p:txBody>
      </p:sp>
      <p:sp>
        <p:nvSpPr>
          <p:cNvPr id="220" name="TextBox 219">
            <a:extLst>
              <a:ext uri="{FF2B5EF4-FFF2-40B4-BE49-F238E27FC236}">
                <a16:creationId xmlns:a16="http://schemas.microsoft.com/office/drawing/2014/main" id="{9998E1D5-A9C2-1B8F-64AC-3BAA14D0BAF0}"/>
              </a:ext>
            </a:extLst>
          </p:cNvPr>
          <p:cNvSpPr txBox="1"/>
          <p:nvPr/>
        </p:nvSpPr>
        <p:spPr>
          <a:xfrm>
            <a:off x="4841970" y="2408609"/>
            <a:ext cx="759982" cy="215444"/>
          </a:xfrm>
          <a:prstGeom prst="rect">
            <a:avLst/>
          </a:prstGeom>
          <a:noFill/>
        </p:spPr>
        <p:txBody>
          <a:bodyPr wrap="square" rtlCol="0">
            <a:spAutoFit/>
          </a:bodyPr>
          <a:lstStyle/>
          <a:p>
            <a:r>
              <a:rPr lang="en-US" sz="800" dirty="0">
                <a:solidFill>
                  <a:schemeClr val="accent1">
                    <a:lumMod val="75000"/>
                  </a:schemeClr>
                </a:solidFill>
              </a:rPr>
              <a:t>10.13.1.0/24</a:t>
            </a:r>
          </a:p>
        </p:txBody>
      </p:sp>
      <p:pic>
        <p:nvPicPr>
          <p:cNvPr id="221" name="Picture 220">
            <a:extLst>
              <a:ext uri="{FF2B5EF4-FFF2-40B4-BE49-F238E27FC236}">
                <a16:creationId xmlns:a16="http://schemas.microsoft.com/office/drawing/2014/main" id="{71A33423-1169-B8E9-3430-7034CC4AF3C3}"/>
              </a:ext>
            </a:extLst>
          </p:cNvPr>
          <p:cNvPicPr>
            <a:picLocks noChangeAspect="1"/>
          </p:cNvPicPr>
          <p:nvPr/>
        </p:nvPicPr>
        <p:blipFill>
          <a:blip r:embed="rId14"/>
          <a:stretch>
            <a:fillRect/>
          </a:stretch>
        </p:blipFill>
        <p:spPr>
          <a:xfrm>
            <a:off x="5547819" y="3658339"/>
            <a:ext cx="233993" cy="1329121"/>
          </a:xfrm>
          <a:prstGeom prst="rect">
            <a:avLst/>
          </a:prstGeom>
        </p:spPr>
      </p:pic>
      <p:pic>
        <p:nvPicPr>
          <p:cNvPr id="228" name="Graphic 227">
            <a:extLst>
              <a:ext uri="{FF2B5EF4-FFF2-40B4-BE49-F238E27FC236}">
                <a16:creationId xmlns:a16="http://schemas.microsoft.com/office/drawing/2014/main" id="{56C74454-BE2F-3E94-1DC6-31614A23635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710963" y="3499812"/>
            <a:ext cx="1503969" cy="1503969"/>
          </a:xfrm>
          <a:prstGeom prst="rect">
            <a:avLst/>
          </a:prstGeom>
        </p:spPr>
      </p:pic>
      <p:pic>
        <p:nvPicPr>
          <p:cNvPr id="229" name="Graphic 228">
            <a:extLst>
              <a:ext uri="{FF2B5EF4-FFF2-40B4-BE49-F238E27FC236}">
                <a16:creationId xmlns:a16="http://schemas.microsoft.com/office/drawing/2014/main" id="{FE3B0940-5C17-26F8-F738-38976D3EACB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664944" y="1758190"/>
            <a:ext cx="271495" cy="271495"/>
          </a:xfrm>
          <a:prstGeom prst="rect">
            <a:avLst/>
          </a:prstGeom>
        </p:spPr>
      </p:pic>
      <p:pic>
        <p:nvPicPr>
          <p:cNvPr id="286" name="Graphic 285">
            <a:extLst>
              <a:ext uri="{FF2B5EF4-FFF2-40B4-BE49-F238E27FC236}">
                <a16:creationId xmlns:a16="http://schemas.microsoft.com/office/drawing/2014/main" id="{83A23F98-4248-A154-E88A-9FC153282E8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734609" y="3136035"/>
            <a:ext cx="271934" cy="271934"/>
          </a:xfrm>
          <a:prstGeom prst="rect">
            <a:avLst/>
          </a:prstGeom>
        </p:spPr>
      </p:pic>
      <p:pic>
        <p:nvPicPr>
          <p:cNvPr id="287" name="Graphic 286">
            <a:extLst>
              <a:ext uri="{FF2B5EF4-FFF2-40B4-BE49-F238E27FC236}">
                <a16:creationId xmlns:a16="http://schemas.microsoft.com/office/drawing/2014/main" id="{6849640F-496B-0EF0-B4F4-0C633CE508B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868603" y="3520859"/>
            <a:ext cx="257701" cy="257701"/>
          </a:xfrm>
          <a:prstGeom prst="rect">
            <a:avLst/>
          </a:prstGeom>
        </p:spPr>
      </p:pic>
      <p:cxnSp>
        <p:nvCxnSpPr>
          <p:cNvPr id="288" name="Straight Connector 287">
            <a:extLst>
              <a:ext uri="{FF2B5EF4-FFF2-40B4-BE49-F238E27FC236}">
                <a16:creationId xmlns:a16="http://schemas.microsoft.com/office/drawing/2014/main" id="{A8D694BF-1EDA-1FFE-BF35-1228049DF0ED}"/>
              </a:ext>
            </a:extLst>
          </p:cNvPr>
          <p:cNvCxnSpPr>
            <a:cxnSpLocks/>
            <a:endCxn id="287" idx="3"/>
          </p:cNvCxnSpPr>
          <p:nvPr/>
        </p:nvCxnSpPr>
        <p:spPr>
          <a:xfrm flipH="1">
            <a:off x="2126304" y="3311156"/>
            <a:ext cx="1606494" cy="338554"/>
          </a:xfrm>
          <a:prstGeom prst="line">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9" name="Connector: Elbow 288">
            <a:extLst>
              <a:ext uri="{FF2B5EF4-FFF2-40B4-BE49-F238E27FC236}">
                <a16:creationId xmlns:a16="http://schemas.microsoft.com/office/drawing/2014/main" id="{96A5B4FF-F6CF-3DF1-A4DC-D863CF5ABB27}"/>
              </a:ext>
            </a:extLst>
          </p:cNvPr>
          <p:cNvCxnSpPr>
            <a:cxnSpLocks/>
          </p:cNvCxnSpPr>
          <p:nvPr/>
        </p:nvCxnSpPr>
        <p:spPr>
          <a:xfrm rot="10800000" flipV="1">
            <a:off x="781051" y="3649709"/>
            <a:ext cx="1076325" cy="401485"/>
          </a:xfrm>
          <a:prstGeom prst="bentConnector3">
            <a:avLst>
              <a:gd name="adj1" fmla="val 99558"/>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0" name="TextBox 289">
            <a:extLst>
              <a:ext uri="{FF2B5EF4-FFF2-40B4-BE49-F238E27FC236}">
                <a16:creationId xmlns:a16="http://schemas.microsoft.com/office/drawing/2014/main" id="{6B037898-A55F-E5F7-B7E1-3C34269192F9}"/>
              </a:ext>
            </a:extLst>
          </p:cNvPr>
          <p:cNvSpPr txBox="1"/>
          <p:nvPr/>
        </p:nvSpPr>
        <p:spPr>
          <a:xfrm>
            <a:off x="1529405" y="3722747"/>
            <a:ext cx="8152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VPN Gateway</a:t>
            </a:r>
            <a:b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IP </a:t>
            </a:r>
            <a:r>
              <a:rPr kumimoji="0" lang="fr-FR" sz="800" b="0" i="0" u="none" strike="noStrike" kern="1200" cap="none" spc="0" normalizeH="0" baseline="0" noProof="0" dirty="0" err="1">
                <a:ln>
                  <a:noFill/>
                </a:ln>
                <a:solidFill>
                  <a:prstClr val="black"/>
                </a:solidFill>
                <a:effectLst/>
                <a:uLnTx/>
                <a:uFillTx/>
                <a:latin typeface="Calibri" panose="020F0502020204030204"/>
                <a:ea typeface="+mn-ea"/>
                <a:cs typeface="+mn-cs"/>
              </a:rPr>
              <a:t>address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8" name="Picture 307">
            <a:extLst>
              <a:ext uri="{FF2B5EF4-FFF2-40B4-BE49-F238E27FC236}">
                <a16:creationId xmlns:a16="http://schemas.microsoft.com/office/drawing/2014/main" id="{AB9825D2-10E9-6065-6636-0CB1A7C7DD03}"/>
              </a:ext>
            </a:extLst>
          </p:cNvPr>
          <p:cNvPicPr>
            <a:picLocks noChangeAspect="1"/>
          </p:cNvPicPr>
          <p:nvPr/>
        </p:nvPicPr>
        <p:blipFill>
          <a:blip r:embed="rId19"/>
          <a:stretch>
            <a:fillRect/>
          </a:stretch>
        </p:blipFill>
        <p:spPr>
          <a:xfrm>
            <a:off x="6949595" y="4335364"/>
            <a:ext cx="199815" cy="199815"/>
          </a:xfrm>
          <a:prstGeom prst="rect">
            <a:avLst/>
          </a:prstGeom>
        </p:spPr>
      </p:pic>
      <p:pic>
        <p:nvPicPr>
          <p:cNvPr id="309" name="Picture 308">
            <a:extLst>
              <a:ext uri="{FF2B5EF4-FFF2-40B4-BE49-F238E27FC236}">
                <a16:creationId xmlns:a16="http://schemas.microsoft.com/office/drawing/2014/main" id="{0414DEF9-8BBA-BD10-E73E-DADDF36DDC89}"/>
              </a:ext>
            </a:extLst>
          </p:cNvPr>
          <p:cNvPicPr>
            <a:picLocks noChangeAspect="1"/>
          </p:cNvPicPr>
          <p:nvPr/>
        </p:nvPicPr>
        <p:blipFill>
          <a:blip r:embed="rId19"/>
          <a:stretch>
            <a:fillRect/>
          </a:stretch>
        </p:blipFill>
        <p:spPr>
          <a:xfrm>
            <a:off x="6916719" y="2316329"/>
            <a:ext cx="199815" cy="199815"/>
          </a:xfrm>
          <a:prstGeom prst="rect">
            <a:avLst/>
          </a:prstGeom>
        </p:spPr>
      </p:pic>
      <p:pic>
        <p:nvPicPr>
          <p:cNvPr id="311" name="Picture 310">
            <a:extLst>
              <a:ext uri="{FF2B5EF4-FFF2-40B4-BE49-F238E27FC236}">
                <a16:creationId xmlns:a16="http://schemas.microsoft.com/office/drawing/2014/main" id="{2DEBF4AF-C5BE-ED5D-D710-A7F6D85E53CD}"/>
              </a:ext>
            </a:extLst>
          </p:cNvPr>
          <p:cNvPicPr>
            <a:picLocks noChangeAspect="1"/>
          </p:cNvPicPr>
          <p:nvPr/>
        </p:nvPicPr>
        <p:blipFill>
          <a:blip r:embed="rId19"/>
          <a:stretch>
            <a:fillRect/>
          </a:stretch>
        </p:blipFill>
        <p:spPr>
          <a:xfrm>
            <a:off x="6919102" y="3236373"/>
            <a:ext cx="199815" cy="199815"/>
          </a:xfrm>
          <a:prstGeom prst="rect">
            <a:avLst/>
          </a:prstGeom>
        </p:spPr>
      </p:pic>
      <p:pic>
        <p:nvPicPr>
          <p:cNvPr id="8" name="Graphic 7">
            <a:extLst>
              <a:ext uri="{FF2B5EF4-FFF2-40B4-BE49-F238E27FC236}">
                <a16:creationId xmlns:a16="http://schemas.microsoft.com/office/drawing/2014/main" id="{F1D9F33F-30D8-F052-F010-47606E85F89C}"/>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64927" y="4354040"/>
            <a:ext cx="340165" cy="340165"/>
          </a:xfrm>
          <a:prstGeom prst="rect">
            <a:avLst/>
          </a:prstGeom>
        </p:spPr>
      </p:pic>
      <p:sp>
        <p:nvSpPr>
          <p:cNvPr id="10" name="TextBox 9">
            <a:extLst>
              <a:ext uri="{FF2B5EF4-FFF2-40B4-BE49-F238E27FC236}">
                <a16:creationId xmlns:a16="http://schemas.microsoft.com/office/drawing/2014/main" id="{F3AFC87B-6D1B-7865-5FE4-ACE8F00F5322}"/>
              </a:ext>
            </a:extLst>
          </p:cNvPr>
          <p:cNvSpPr txBox="1"/>
          <p:nvPr/>
        </p:nvSpPr>
        <p:spPr>
          <a:xfrm>
            <a:off x="6937816" y="4647730"/>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1" name="Graphic 10">
            <a:extLst>
              <a:ext uri="{FF2B5EF4-FFF2-40B4-BE49-F238E27FC236}">
                <a16:creationId xmlns:a16="http://schemas.microsoft.com/office/drawing/2014/main" id="{8D9552EA-36F4-FF67-7AD1-D00B895F1538}"/>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198022" y="2197595"/>
            <a:ext cx="298000" cy="298000"/>
          </a:xfrm>
          <a:prstGeom prst="rect">
            <a:avLst/>
          </a:prstGeom>
        </p:spPr>
      </p:pic>
      <p:sp>
        <p:nvSpPr>
          <p:cNvPr id="12" name="TextBox 11">
            <a:extLst>
              <a:ext uri="{FF2B5EF4-FFF2-40B4-BE49-F238E27FC236}">
                <a16:creationId xmlns:a16="http://schemas.microsoft.com/office/drawing/2014/main" id="{DDA29EF3-4658-4931-538C-7230085AB7D3}"/>
              </a:ext>
            </a:extLst>
          </p:cNvPr>
          <p:cNvSpPr txBox="1"/>
          <p:nvPr/>
        </p:nvSpPr>
        <p:spPr>
          <a:xfrm>
            <a:off x="6778958" y="2449714"/>
            <a:ext cx="113146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Registry</a:t>
            </a:r>
          </a:p>
        </p:txBody>
      </p:sp>
      <p:sp>
        <p:nvSpPr>
          <p:cNvPr id="13" name="Rectangle: Rounded Corners 12">
            <a:extLst>
              <a:ext uri="{FF2B5EF4-FFF2-40B4-BE49-F238E27FC236}">
                <a16:creationId xmlns:a16="http://schemas.microsoft.com/office/drawing/2014/main" id="{631906CF-E423-CCFB-5FD9-36E4E7C807ED}"/>
              </a:ext>
            </a:extLst>
          </p:cNvPr>
          <p:cNvSpPr/>
          <p:nvPr/>
        </p:nvSpPr>
        <p:spPr bwMode="auto">
          <a:xfrm>
            <a:off x="7415060" y="2167284"/>
            <a:ext cx="954911"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Pull</a:t>
            </a:r>
            <a:br>
              <a:rPr lang="fr-FR" sz="800" dirty="0">
                <a:solidFill>
                  <a:srgbClr val="00B050"/>
                </a:solidFill>
                <a:ea typeface="Segoe UI" pitchFamily="34" charset="0"/>
                <a:cs typeface="Segoe UI" pitchFamily="34" charset="0"/>
              </a:rPr>
            </a:b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Push</a:t>
            </a:r>
            <a:endParaRPr lang="en-US" sz="800" dirty="0" err="1">
              <a:solidFill>
                <a:srgbClr val="00B050"/>
              </a:solidFill>
              <a:ea typeface="Segoe UI" pitchFamily="34" charset="0"/>
              <a:cs typeface="Segoe UI" pitchFamily="34" charset="0"/>
            </a:endParaRPr>
          </a:p>
        </p:txBody>
      </p:sp>
      <p:sp>
        <p:nvSpPr>
          <p:cNvPr id="284" name="Rectangle: Rounded Corners 283">
            <a:extLst>
              <a:ext uri="{FF2B5EF4-FFF2-40B4-BE49-F238E27FC236}">
                <a16:creationId xmlns:a16="http://schemas.microsoft.com/office/drawing/2014/main" id="{D41A050A-3781-9AA5-E27B-6BB3B0DD74D9}"/>
              </a:ext>
            </a:extLst>
          </p:cNvPr>
          <p:cNvSpPr/>
          <p:nvPr/>
        </p:nvSpPr>
        <p:spPr bwMode="auto">
          <a:xfrm>
            <a:off x="7323219" y="2794533"/>
            <a:ext cx="116352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800" dirty="0">
                <a:solidFill>
                  <a:srgbClr val="00B050"/>
                </a:solidFill>
                <a:ea typeface="Segoe UI" pitchFamily="34" charset="0"/>
                <a:cs typeface="Segoe UI" pitchFamily="34" charset="0"/>
              </a:rPr>
              <a:t>Storage Blob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Data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Storage File Data </a:t>
            </a:r>
            <a:r>
              <a:rPr lang="fr-FR" sz="800" dirty="0" err="1">
                <a:solidFill>
                  <a:srgbClr val="00B050"/>
                </a:solidFill>
                <a:ea typeface="Segoe UI" pitchFamily="34" charset="0"/>
                <a:cs typeface="Segoe UI" pitchFamily="34" charset="0"/>
              </a:rPr>
              <a:t>Privileged</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Contributor</a:t>
            </a:r>
            <a:endParaRPr lang="en-US" sz="800" dirty="0">
              <a:solidFill>
                <a:srgbClr val="00B050"/>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918B4038-A4A2-8BF5-9F69-A3507D7EB194}"/>
              </a:ext>
            </a:extLst>
          </p:cNvPr>
          <p:cNvSpPr txBox="1"/>
          <p:nvPr/>
        </p:nvSpPr>
        <p:spPr>
          <a:xfrm>
            <a:off x="5703628" y="3444214"/>
            <a:ext cx="119664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d</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fs 10.13.0.</a:t>
            </a:r>
            <a:r>
              <a:rPr lang="en-US" sz="800" dirty="0">
                <a:solidFill>
                  <a:srgbClr val="00BCF2">
                    <a:lumMod val="50000"/>
                  </a:srgbClr>
                </a:solidFill>
                <a:latin typeface="Segoe UI"/>
              </a:rPr>
              <a:t>6</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4" name="Picture 3">
            <a:extLst>
              <a:ext uri="{FF2B5EF4-FFF2-40B4-BE49-F238E27FC236}">
                <a16:creationId xmlns:a16="http://schemas.microsoft.com/office/drawing/2014/main" id="{0FC48E03-1D3D-47AD-4737-B4EB50B29DD7}"/>
              </a:ext>
            </a:extLst>
          </p:cNvPr>
          <p:cNvPicPr>
            <a:picLocks noChangeAspect="1"/>
          </p:cNvPicPr>
          <p:nvPr/>
        </p:nvPicPr>
        <p:blipFill>
          <a:blip r:embed="rId11"/>
          <a:stretch>
            <a:fillRect/>
          </a:stretch>
        </p:blipFill>
        <p:spPr>
          <a:xfrm>
            <a:off x="6296348" y="3215229"/>
            <a:ext cx="238753" cy="226816"/>
          </a:xfrm>
          <a:prstGeom prst="rect">
            <a:avLst/>
          </a:prstGeom>
        </p:spPr>
      </p:pic>
      <p:pic>
        <p:nvPicPr>
          <p:cNvPr id="5" name="Graphic 4">
            <a:extLst>
              <a:ext uri="{FF2B5EF4-FFF2-40B4-BE49-F238E27FC236}">
                <a16:creationId xmlns:a16="http://schemas.microsoft.com/office/drawing/2014/main" id="{A381E553-1A6D-87F8-B028-B59E0047BF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7410" y="3264278"/>
            <a:ext cx="213757" cy="213757"/>
          </a:xfrm>
          <a:prstGeom prst="rect">
            <a:avLst/>
          </a:prstGeom>
        </p:spPr>
      </p:pic>
      <p:pic>
        <p:nvPicPr>
          <p:cNvPr id="6" name="Graphic 5">
            <a:extLst>
              <a:ext uri="{FF2B5EF4-FFF2-40B4-BE49-F238E27FC236}">
                <a16:creationId xmlns:a16="http://schemas.microsoft.com/office/drawing/2014/main" id="{9AE6520C-6595-1CAE-4F4D-ED106D4E1A6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27288" y="3262792"/>
            <a:ext cx="221246" cy="221246"/>
          </a:xfrm>
          <a:prstGeom prst="rect">
            <a:avLst/>
          </a:prstGeom>
        </p:spPr>
      </p:pic>
      <p:sp>
        <p:nvSpPr>
          <p:cNvPr id="7" name="TextBox 6">
            <a:extLst>
              <a:ext uri="{FF2B5EF4-FFF2-40B4-BE49-F238E27FC236}">
                <a16:creationId xmlns:a16="http://schemas.microsoft.com/office/drawing/2014/main" id="{99E840C8-BE58-78CA-940E-29699D09F7E3}"/>
              </a:ext>
            </a:extLst>
          </p:cNvPr>
          <p:cNvSpPr txBox="1"/>
          <p:nvPr/>
        </p:nvSpPr>
        <p:spPr>
          <a:xfrm>
            <a:off x="5706470" y="3880855"/>
            <a:ext cx="1225079"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f</a:t>
            </a: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ile</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 10.13.0.7</a:t>
            </a:r>
          </a:p>
        </p:txBody>
      </p:sp>
      <p:pic>
        <p:nvPicPr>
          <p:cNvPr id="9" name="Picture 8">
            <a:extLst>
              <a:ext uri="{FF2B5EF4-FFF2-40B4-BE49-F238E27FC236}">
                <a16:creationId xmlns:a16="http://schemas.microsoft.com/office/drawing/2014/main" id="{DF8BD717-018A-B398-86C9-55C8F80BA97B}"/>
              </a:ext>
            </a:extLst>
          </p:cNvPr>
          <p:cNvPicPr>
            <a:picLocks noChangeAspect="1"/>
          </p:cNvPicPr>
          <p:nvPr/>
        </p:nvPicPr>
        <p:blipFill>
          <a:blip r:embed="rId11"/>
          <a:stretch>
            <a:fillRect/>
          </a:stretch>
        </p:blipFill>
        <p:spPr>
          <a:xfrm>
            <a:off x="6297916" y="3631580"/>
            <a:ext cx="238753" cy="226816"/>
          </a:xfrm>
          <a:prstGeom prst="rect">
            <a:avLst/>
          </a:prstGeom>
        </p:spPr>
      </p:pic>
      <p:pic>
        <p:nvPicPr>
          <p:cNvPr id="16" name="Graphic 15">
            <a:extLst>
              <a:ext uri="{FF2B5EF4-FFF2-40B4-BE49-F238E27FC236}">
                <a16:creationId xmlns:a16="http://schemas.microsoft.com/office/drawing/2014/main" id="{7A3EBB13-3796-7366-E144-C4A28F56E6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8978" y="3680629"/>
            <a:ext cx="213757" cy="213757"/>
          </a:xfrm>
          <a:prstGeom prst="rect">
            <a:avLst/>
          </a:prstGeom>
        </p:spPr>
      </p:pic>
      <p:pic>
        <p:nvPicPr>
          <p:cNvPr id="17" name="Graphic 16">
            <a:extLst>
              <a:ext uri="{FF2B5EF4-FFF2-40B4-BE49-F238E27FC236}">
                <a16:creationId xmlns:a16="http://schemas.microsoft.com/office/drawing/2014/main" id="{74FECD13-D874-95CD-F992-8307EDE6582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28856" y="3679143"/>
            <a:ext cx="221246" cy="221246"/>
          </a:xfrm>
          <a:prstGeom prst="rect">
            <a:avLst/>
          </a:prstGeom>
        </p:spPr>
      </p:pic>
      <p:sp>
        <p:nvSpPr>
          <p:cNvPr id="18" name="TextBox 17">
            <a:extLst>
              <a:ext uri="{FF2B5EF4-FFF2-40B4-BE49-F238E27FC236}">
                <a16:creationId xmlns:a16="http://schemas.microsoft.com/office/drawing/2014/main" id="{BFDAD9AA-D027-56DB-E553-30C5EB790616}"/>
              </a:ext>
            </a:extLst>
          </p:cNvPr>
          <p:cNvSpPr txBox="1"/>
          <p:nvPr/>
        </p:nvSpPr>
        <p:spPr>
          <a:xfrm>
            <a:off x="768513" y="3835750"/>
            <a:ext cx="987551" cy="215444"/>
          </a:xfrm>
          <a:prstGeom prst="rect">
            <a:avLst/>
          </a:prstGeom>
          <a:noFill/>
        </p:spPr>
        <p:txBody>
          <a:bodyPr wrap="square" rtlCol="0">
            <a:spAutoFit/>
          </a:bodyPr>
          <a:lstStyle/>
          <a:p>
            <a:r>
              <a:rPr lang="en-US" sz="800" dirty="0">
                <a:solidFill>
                  <a:schemeClr val="accent1">
                    <a:lumMod val="75000"/>
                  </a:schemeClr>
                </a:solidFill>
              </a:rPr>
              <a:t>172.16.201.0/24</a:t>
            </a:r>
          </a:p>
        </p:txBody>
      </p:sp>
      <p:sp>
        <p:nvSpPr>
          <p:cNvPr id="19" name="TextBox 18">
            <a:extLst>
              <a:ext uri="{FF2B5EF4-FFF2-40B4-BE49-F238E27FC236}">
                <a16:creationId xmlns:a16="http://schemas.microsoft.com/office/drawing/2014/main" id="{5527CFB5-C2E3-A9DF-42A8-2096900147F9}"/>
              </a:ext>
            </a:extLst>
          </p:cNvPr>
          <p:cNvSpPr txBox="1"/>
          <p:nvPr/>
        </p:nvSpPr>
        <p:spPr>
          <a:xfrm>
            <a:off x="6472473" y="608777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20" name="TextBox 19">
            <a:extLst>
              <a:ext uri="{FF2B5EF4-FFF2-40B4-BE49-F238E27FC236}">
                <a16:creationId xmlns:a16="http://schemas.microsoft.com/office/drawing/2014/main" id="{927A504B-963D-8279-1135-133C3781983D}"/>
              </a:ext>
            </a:extLst>
          </p:cNvPr>
          <p:cNvSpPr txBox="1"/>
          <p:nvPr/>
        </p:nvSpPr>
        <p:spPr>
          <a:xfrm>
            <a:off x="7684048" y="608777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21" name="TextBox 20">
            <a:extLst>
              <a:ext uri="{FF2B5EF4-FFF2-40B4-BE49-F238E27FC236}">
                <a16:creationId xmlns:a16="http://schemas.microsoft.com/office/drawing/2014/main" id="{88ADC9AD-CB2E-4F67-AD4E-38D338B20479}"/>
              </a:ext>
            </a:extLst>
          </p:cNvPr>
          <p:cNvSpPr txBox="1"/>
          <p:nvPr/>
        </p:nvSpPr>
        <p:spPr>
          <a:xfrm>
            <a:off x="5071634" y="614270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22" name="Graphic 21">
            <a:extLst>
              <a:ext uri="{FF2B5EF4-FFF2-40B4-BE49-F238E27FC236}">
                <a16:creationId xmlns:a16="http://schemas.microsoft.com/office/drawing/2014/main" id="{48A608E6-6332-AEDB-EDAC-DF984F9AEDF9}"/>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92202" y="5541377"/>
            <a:ext cx="430887" cy="430887"/>
          </a:xfrm>
          <a:prstGeom prst="rect">
            <a:avLst/>
          </a:prstGeom>
        </p:spPr>
      </p:pic>
      <p:sp>
        <p:nvSpPr>
          <p:cNvPr id="23" name="TextBox 22">
            <a:extLst>
              <a:ext uri="{FF2B5EF4-FFF2-40B4-BE49-F238E27FC236}">
                <a16:creationId xmlns:a16="http://schemas.microsoft.com/office/drawing/2014/main" id="{A39C8F8A-3D63-E343-6D34-D72D4E966FFF}"/>
              </a:ext>
            </a:extLst>
          </p:cNvPr>
          <p:cNvSpPr txBox="1"/>
          <p:nvPr/>
        </p:nvSpPr>
        <p:spPr>
          <a:xfrm>
            <a:off x="5584354" y="553062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24" name="Graphic 23">
            <a:extLst>
              <a:ext uri="{FF2B5EF4-FFF2-40B4-BE49-F238E27FC236}">
                <a16:creationId xmlns:a16="http://schemas.microsoft.com/office/drawing/2014/main" id="{C8EB5902-02B2-36EE-07F3-897C4F86C967}"/>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430563" y="5524481"/>
            <a:ext cx="428342" cy="428342"/>
          </a:xfrm>
          <a:prstGeom prst="rect">
            <a:avLst/>
          </a:prstGeom>
        </p:spPr>
      </p:pic>
      <p:sp>
        <p:nvSpPr>
          <p:cNvPr id="25" name="TextBox 24">
            <a:extLst>
              <a:ext uri="{FF2B5EF4-FFF2-40B4-BE49-F238E27FC236}">
                <a16:creationId xmlns:a16="http://schemas.microsoft.com/office/drawing/2014/main" id="{D867084F-BDAA-C6E6-99BC-C040023BFABD}"/>
              </a:ext>
            </a:extLst>
          </p:cNvPr>
          <p:cNvSpPr txBox="1"/>
          <p:nvPr/>
        </p:nvSpPr>
        <p:spPr>
          <a:xfrm>
            <a:off x="7834186" y="553434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26" name="Graphic 25">
            <a:extLst>
              <a:ext uri="{FF2B5EF4-FFF2-40B4-BE49-F238E27FC236}">
                <a16:creationId xmlns:a16="http://schemas.microsoft.com/office/drawing/2014/main" id="{9FD38715-EFCD-456C-24BE-CC7718327AFE}"/>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337469" y="5511761"/>
            <a:ext cx="428342" cy="428342"/>
          </a:xfrm>
          <a:prstGeom prst="rect">
            <a:avLst/>
          </a:prstGeom>
        </p:spPr>
      </p:pic>
      <p:sp>
        <p:nvSpPr>
          <p:cNvPr id="27" name="TextBox 26">
            <a:extLst>
              <a:ext uri="{FF2B5EF4-FFF2-40B4-BE49-F238E27FC236}">
                <a16:creationId xmlns:a16="http://schemas.microsoft.com/office/drawing/2014/main" id="{1B9D020A-9B5C-B4C1-BAE7-1384BC015941}"/>
              </a:ext>
            </a:extLst>
          </p:cNvPr>
          <p:cNvSpPr txBox="1"/>
          <p:nvPr/>
        </p:nvSpPr>
        <p:spPr>
          <a:xfrm>
            <a:off x="6736845" y="556437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28" name="Graphic 27">
            <a:extLst>
              <a:ext uri="{FF2B5EF4-FFF2-40B4-BE49-F238E27FC236}">
                <a16:creationId xmlns:a16="http://schemas.microsoft.com/office/drawing/2014/main" id="{80625CC5-0F4E-7F7F-A1ED-DD29C63723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90468" y="5529352"/>
            <a:ext cx="440399" cy="440399"/>
          </a:xfrm>
          <a:prstGeom prst="rect">
            <a:avLst/>
          </a:prstGeom>
        </p:spPr>
      </p:pic>
      <p:sp>
        <p:nvSpPr>
          <p:cNvPr id="29" name="TextBox 28">
            <a:extLst>
              <a:ext uri="{FF2B5EF4-FFF2-40B4-BE49-F238E27FC236}">
                <a16:creationId xmlns:a16="http://schemas.microsoft.com/office/drawing/2014/main" id="{C65E4805-59C5-61C8-5A36-652780264628}"/>
              </a:ext>
            </a:extLst>
          </p:cNvPr>
          <p:cNvSpPr txBox="1"/>
          <p:nvPr/>
        </p:nvSpPr>
        <p:spPr>
          <a:xfrm>
            <a:off x="5173942" y="554084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30" name="Straight Connector 29">
            <a:extLst>
              <a:ext uri="{FF2B5EF4-FFF2-40B4-BE49-F238E27FC236}">
                <a16:creationId xmlns:a16="http://schemas.microsoft.com/office/drawing/2014/main" id="{935709D9-698A-88BE-D154-A23D5F2ED6EF}"/>
              </a:ext>
            </a:extLst>
          </p:cNvPr>
          <p:cNvCxnSpPr>
            <a:cxnSpLocks/>
          </p:cNvCxnSpPr>
          <p:nvPr/>
        </p:nvCxnSpPr>
        <p:spPr>
          <a:xfrm>
            <a:off x="5761396" y="550334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D403A75-0D5B-EF25-0109-77A8EA7CA826}"/>
              </a:ext>
            </a:extLst>
          </p:cNvPr>
          <p:cNvSpPr txBox="1"/>
          <p:nvPr/>
        </p:nvSpPr>
        <p:spPr>
          <a:xfrm>
            <a:off x="5379146" y="610855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35" name="Graphic 34">
            <a:extLst>
              <a:ext uri="{FF2B5EF4-FFF2-40B4-BE49-F238E27FC236}">
                <a16:creationId xmlns:a16="http://schemas.microsoft.com/office/drawing/2014/main" id="{C45BF445-93DB-46D6-DBAB-C945247AE1B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47470" y="6079042"/>
            <a:ext cx="432499" cy="457940"/>
          </a:xfrm>
          <a:prstGeom prst="rect">
            <a:avLst/>
          </a:prstGeom>
        </p:spPr>
      </p:pic>
      <p:pic>
        <p:nvPicPr>
          <p:cNvPr id="37" name="Graphic 36">
            <a:extLst>
              <a:ext uri="{FF2B5EF4-FFF2-40B4-BE49-F238E27FC236}">
                <a16:creationId xmlns:a16="http://schemas.microsoft.com/office/drawing/2014/main" id="{7DF2DF2F-3CEE-277A-B83F-F756CB7568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65453" y="6087778"/>
            <a:ext cx="389292" cy="389292"/>
          </a:xfrm>
          <a:prstGeom prst="rect">
            <a:avLst/>
          </a:prstGeom>
        </p:spPr>
      </p:pic>
      <p:sp>
        <p:nvSpPr>
          <p:cNvPr id="38" name="Rectangle 37">
            <a:extLst>
              <a:ext uri="{FF2B5EF4-FFF2-40B4-BE49-F238E27FC236}">
                <a16:creationId xmlns:a16="http://schemas.microsoft.com/office/drawing/2014/main" id="{7D19D89B-F691-00E9-DA0D-0539D339ED6F}"/>
              </a:ext>
            </a:extLst>
          </p:cNvPr>
          <p:cNvSpPr/>
          <p:nvPr/>
        </p:nvSpPr>
        <p:spPr>
          <a:xfrm>
            <a:off x="2280627" y="5412578"/>
            <a:ext cx="6891653"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39" name="TextBox 38">
            <a:extLst>
              <a:ext uri="{FF2B5EF4-FFF2-40B4-BE49-F238E27FC236}">
                <a16:creationId xmlns:a16="http://schemas.microsoft.com/office/drawing/2014/main" id="{9C21C6F7-773C-7953-5CA2-47CB841ADDEB}"/>
              </a:ext>
            </a:extLst>
          </p:cNvPr>
          <p:cNvSpPr txBox="1"/>
          <p:nvPr/>
        </p:nvSpPr>
        <p:spPr>
          <a:xfrm>
            <a:off x="6198908" y="577401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40" name="TextBox 39">
            <a:extLst>
              <a:ext uri="{FF2B5EF4-FFF2-40B4-BE49-F238E27FC236}">
                <a16:creationId xmlns:a16="http://schemas.microsoft.com/office/drawing/2014/main" id="{5E7F9185-FB48-9B3D-ADE3-96CDB37B10EF}"/>
              </a:ext>
            </a:extLst>
          </p:cNvPr>
          <p:cNvSpPr txBox="1"/>
          <p:nvPr/>
        </p:nvSpPr>
        <p:spPr>
          <a:xfrm>
            <a:off x="7767970" y="606345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41" name="Graphic 40">
            <a:extLst>
              <a:ext uri="{FF2B5EF4-FFF2-40B4-BE49-F238E27FC236}">
                <a16:creationId xmlns:a16="http://schemas.microsoft.com/office/drawing/2014/main" id="{7FC28DD3-E8FF-578D-3FB6-4F3E26D6066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035214" y="6179787"/>
            <a:ext cx="242454" cy="242454"/>
          </a:xfrm>
          <a:prstGeom prst="rect">
            <a:avLst/>
          </a:prstGeom>
        </p:spPr>
      </p:pic>
      <p:sp>
        <p:nvSpPr>
          <p:cNvPr id="42" name="TextBox 41">
            <a:extLst>
              <a:ext uri="{FF2B5EF4-FFF2-40B4-BE49-F238E27FC236}">
                <a16:creationId xmlns:a16="http://schemas.microsoft.com/office/drawing/2014/main" id="{EAB0DE77-75B6-5AB1-EAE5-31CCBA795D7D}"/>
              </a:ext>
            </a:extLst>
          </p:cNvPr>
          <p:cNvSpPr txBox="1"/>
          <p:nvPr/>
        </p:nvSpPr>
        <p:spPr>
          <a:xfrm>
            <a:off x="6229494" y="619607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43" name="TextBox 42">
            <a:extLst>
              <a:ext uri="{FF2B5EF4-FFF2-40B4-BE49-F238E27FC236}">
                <a16:creationId xmlns:a16="http://schemas.microsoft.com/office/drawing/2014/main" id="{CD65659B-2DB5-B3EF-D44E-18853DB34059}"/>
              </a:ext>
            </a:extLst>
          </p:cNvPr>
          <p:cNvSpPr txBox="1"/>
          <p:nvPr/>
        </p:nvSpPr>
        <p:spPr>
          <a:xfrm>
            <a:off x="8724080" y="566214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45" name="Group 44">
            <a:extLst>
              <a:ext uri="{FF2B5EF4-FFF2-40B4-BE49-F238E27FC236}">
                <a16:creationId xmlns:a16="http://schemas.microsoft.com/office/drawing/2014/main" id="{8A68ACBD-FB5A-B942-F12E-3E6491BB7A43}"/>
              </a:ext>
            </a:extLst>
          </p:cNvPr>
          <p:cNvGrpSpPr/>
          <p:nvPr/>
        </p:nvGrpSpPr>
        <p:grpSpPr>
          <a:xfrm>
            <a:off x="7582169" y="5604735"/>
            <a:ext cx="970287" cy="342963"/>
            <a:chOff x="6998544" y="5436915"/>
            <a:chExt cx="970287" cy="342963"/>
          </a:xfrm>
        </p:grpSpPr>
        <p:pic>
          <p:nvPicPr>
            <p:cNvPr id="46" name="Graphic 45">
              <a:extLst>
                <a:ext uri="{FF2B5EF4-FFF2-40B4-BE49-F238E27FC236}">
                  <a16:creationId xmlns:a16="http://schemas.microsoft.com/office/drawing/2014/main" id="{D9EC39A1-77CC-5E58-3825-97E412B29B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53" name="TextBox 52">
              <a:extLst>
                <a:ext uri="{FF2B5EF4-FFF2-40B4-BE49-F238E27FC236}">
                  <a16:creationId xmlns:a16="http://schemas.microsoft.com/office/drawing/2014/main" id="{B70C21E0-F9E4-8D54-3272-7E1A584F63B7}"/>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54" name="Graphic 53">
            <a:extLst>
              <a:ext uri="{FF2B5EF4-FFF2-40B4-BE49-F238E27FC236}">
                <a16:creationId xmlns:a16="http://schemas.microsoft.com/office/drawing/2014/main" id="{2FDFEB68-C2AB-AA58-E1B0-688FA74827F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3417" y="6180097"/>
            <a:ext cx="247981" cy="247981"/>
          </a:xfrm>
          <a:prstGeom prst="rect">
            <a:avLst/>
          </a:prstGeom>
        </p:spPr>
      </p:pic>
      <p:pic>
        <p:nvPicPr>
          <p:cNvPr id="56" name="Picture 55">
            <a:extLst>
              <a:ext uri="{FF2B5EF4-FFF2-40B4-BE49-F238E27FC236}">
                <a16:creationId xmlns:a16="http://schemas.microsoft.com/office/drawing/2014/main" id="{E51B49E7-BF57-A6D1-E663-D0A9C74B14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9385" y="5655676"/>
            <a:ext cx="286533" cy="286533"/>
          </a:xfrm>
          <a:prstGeom prst="rect">
            <a:avLst/>
          </a:prstGeom>
        </p:spPr>
      </p:pic>
      <p:sp>
        <p:nvSpPr>
          <p:cNvPr id="57" name="TextBox 56">
            <a:extLst>
              <a:ext uri="{FF2B5EF4-FFF2-40B4-BE49-F238E27FC236}">
                <a16:creationId xmlns:a16="http://schemas.microsoft.com/office/drawing/2014/main" id="{1990B961-4DA1-577B-83B4-D19B7D791373}"/>
              </a:ext>
            </a:extLst>
          </p:cNvPr>
          <p:cNvSpPr txBox="1"/>
          <p:nvPr/>
        </p:nvSpPr>
        <p:spPr>
          <a:xfrm>
            <a:off x="5466219" y="609817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VPN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Gateway</a:t>
            </a:r>
          </a:p>
        </p:txBody>
      </p:sp>
      <p:pic>
        <p:nvPicPr>
          <p:cNvPr id="58" name="Graphic 57">
            <a:extLst>
              <a:ext uri="{FF2B5EF4-FFF2-40B4-BE49-F238E27FC236}">
                <a16:creationId xmlns:a16="http://schemas.microsoft.com/office/drawing/2014/main" id="{36FDEF86-525D-8E03-F21A-D40E60EABF4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88897" y="5716894"/>
            <a:ext cx="274831" cy="274831"/>
          </a:xfrm>
          <a:prstGeom prst="rect">
            <a:avLst/>
          </a:prstGeom>
        </p:spPr>
      </p:pic>
      <p:pic>
        <p:nvPicPr>
          <p:cNvPr id="59" name="Graphic 58">
            <a:extLst>
              <a:ext uri="{FF2B5EF4-FFF2-40B4-BE49-F238E27FC236}">
                <a16:creationId xmlns:a16="http://schemas.microsoft.com/office/drawing/2014/main" id="{25860CC3-F382-1702-A4D1-55EED4417C1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092228" y="5711358"/>
            <a:ext cx="257701" cy="257701"/>
          </a:xfrm>
          <a:prstGeom prst="rect">
            <a:avLst/>
          </a:prstGeom>
        </p:spPr>
      </p:pic>
      <p:sp>
        <p:nvSpPr>
          <p:cNvPr id="60" name="TextBox 59">
            <a:extLst>
              <a:ext uri="{FF2B5EF4-FFF2-40B4-BE49-F238E27FC236}">
                <a16:creationId xmlns:a16="http://schemas.microsoft.com/office/drawing/2014/main" id="{7FF11E01-E98C-4B39-4BA5-4EB4502224AE}"/>
              </a:ext>
            </a:extLst>
          </p:cNvPr>
          <p:cNvSpPr txBox="1"/>
          <p:nvPr/>
        </p:nvSpPr>
        <p:spPr>
          <a:xfrm>
            <a:off x="5444744" y="570421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61" name="Picture 60">
            <a:extLst>
              <a:ext uri="{FF2B5EF4-FFF2-40B4-BE49-F238E27FC236}">
                <a16:creationId xmlns:a16="http://schemas.microsoft.com/office/drawing/2014/main" id="{347CB5D7-B172-D4F9-8BE6-085314C7ACD9}"/>
              </a:ext>
            </a:extLst>
          </p:cNvPr>
          <p:cNvPicPr>
            <a:picLocks noChangeAspect="1"/>
          </p:cNvPicPr>
          <p:nvPr/>
        </p:nvPicPr>
        <p:blipFill>
          <a:blip r:embed="rId11"/>
          <a:stretch>
            <a:fillRect/>
          </a:stretch>
        </p:blipFill>
        <p:spPr>
          <a:xfrm>
            <a:off x="4195095" y="6078591"/>
            <a:ext cx="318290" cy="302376"/>
          </a:xfrm>
          <a:prstGeom prst="rect">
            <a:avLst/>
          </a:prstGeom>
        </p:spPr>
      </p:pic>
      <p:sp>
        <p:nvSpPr>
          <p:cNvPr id="62" name="TextBox 61">
            <a:extLst>
              <a:ext uri="{FF2B5EF4-FFF2-40B4-BE49-F238E27FC236}">
                <a16:creationId xmlns:a16="http://schemas.microsoft.com/office/drawing/2014/main" id="{1D9C5F40-D958-6B2C-D78E-0E6CB58A5A4E}"/>
              </a:ext>
            </a:extLst>
          </p:cNvPr>
          <p:cNvSpPr txBox="1"/>
          <p:nvPr/>
        </p:nvSpPr>
        <p:spPr>
          <a:xfrm>
            <a:off x="4447791" y="606897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63" name="TextBox 62">
            <a:extLst>
              <a:ext uri="{FF2B5EF4-FFF2-40B4-BE49-F238E27FC236}">
                <a16:creationId xmlns:a16="http://schemas.microsoft.com/office/drawing/2014/main" id="{9C6E34E5-DB49-396C-E258-350037E20AB9}"/>
              </a:ext>
            </a:extLst>
          </p:cNvPr>
          <p:cNvSpPr txBox="1"/>
          <p:nvPr/>
        </p:nvSpPr>
        <p:spPr>
          <a:xfrm>
            <a:off x="4455524" y="570830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128" name="Graphic 127">
            <a:extLst>
              <a:ext uri="{FF2B5EF4-FFF2-40B4-BE49-F238E27FC236}">
                <a16:creationId xmlns:a16="http://schemas.microsoft.com/office/drawing/2014/main" id="{39C965CA-ADAB-CA09-2FBB-DF2416D9FAA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206366" y="5721947"/>
            <a:ext cx="300461" cy="300461"/>
          </a:xfrm>
          <a:prstGeom prst="rect">
            <a:avLst/>
          </a:prstGeom>
        </p:spPr>
      </p:pic>
      <p:sp>
        <p:nvSpPr>
          <p:cNvPr id="129" name="TextBox 128">
            <a:extLst>
              <a:ext uri="{FF2B5EF4-FFF2-40B4-BE49-F238E27FC236}">
                <a16:creationId xmlns:a16="http://schemas.microsoft.com/office/drawing/2014/main" id="{3CEEA029-0E68-7507-456A-28577D7DB9E8}"/>
              </a:ext>
            </a:extLst>
          </p:cNvPr>
          <p:cNvSpPr txBox="1"/>
          <p:nvPr/>
        </p:nvSpPr>
        <p:spPr>
          <a:xfrm>
            <a:off x="7027466" y="606790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30" name="Graphic 129">
            <a:extLst>
              <a:ext uri="{FF2B5EF4-FFF2-40B4-BE49-F238E27FC236}">
                <a16:creationId xmlns:a16="http://schemas.microsoft.com/office/drawing/2014/main" id="{ED754173-603F-9353-918A-B136AD52D2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95208" y="6151177"/>
            <a:ext cx="290573" cy="290573"/>
          </a:xfrm>
          <a:prstGeom prst="rect">
            <a:avLst/>
          </a:prstGeom>
        </p:spPr>
      </p:pic>
      <p:pic>
        <p:nvPicPr>
          <p:cNvPr id="131" name="Graphic 130">
            <a:extLst>
              <a:ext uri="{FF2B5EF4-FFF2-40B4-BE49-F238E27FC236}">
                <a16:creationId xmlns:a16="http://schemas.microsoft.com/office/drawing/2014/main" id="{066B26BA-D9AA-E231-91F1-C6115684A5A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3397877" y="5754506"/>
            <a:ext cx="282546" cy="282546"/>
          </a:xfrm>
          <a:prstGeom prst="rect">
            <a:avLst/>
          </a:prstGeom>
        </p:spPr>
      </p:pic>
      <p:sp>
        <p:nvSpPr>
          <p:cNvPr id="132" name="TextBox 131">
            <a:extLst>
              <a:ext uri="{FF2B5EF4-FFF2-40B4-BE49-F238E27FC236}">
                <a16:creationId xmlns:a16="http://schemas.microsoft.com/office/drawing/2014/main" id="{4240CD26-4C7C-A877-F759-2DAEE5C77F20}"/>
              </a:ext>
            </a:extLst>
          </p:cNvPr>
          <p:cNvSpPr txBox="1"/>
          <p:nvPr/>
        </p:nvSpPr>
        <p:spPr>
          <a:xfrm>
            <a:off x="3638447" y="578944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138" name="Graphic 137">
            <a:extLst>
              <a:ext uri="{FF2B5EF4-FFF2-40B4-BE49-F238E27FC236}">
                <a16:creationId xmlns:a16="http://schemas.microsoft.com/office/drawing/2014/main" id="{3E4B3594-542C-E86A-6FFD-D6BF09C96D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422167" y="6103299"/>
            <a:ext cx="263654" cy="308076"/>
          </a:xfrm>
          <a:prstGeom prst="rect">
            <a:avLst/>
          </a:prstGeom>
        </p:spPr>
      </p:pic>
      <p:sp>
        <p:nvSpPr>
          <p:cNvPr id="144" name="TextBox 143">
            <a:extLst>
              <a:ext uri="{FF2B5EF4-FFF2-40B4-BE49-F238E27FC236}">
                <a16:creationId xmlns:a16="http://schemas.microsoft.com/office/drawing/2014/main" id="{314FDC2A-6F8A-A75D-8559-200EB7AB1C8F}"/>
              </a:ext>
            </a:extLst>
          </p:cNvPr>
          <p:cNvSpPr txBox="1"/>
          <p:nvPr/>
        </p:nvSpPr>
        <p:spPr>
          <a:xfrm>
            <a:off x="2651742" y="6014086"/>
            <a:ext cx="101696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VPN Gateway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149" name="Graphic 148">
            <a:extLst>
              <a:ext uri="{FF2B5EF4-FFF2-40B4-BE49-F238E27FC236}">
                <a16:creationId xmlns:a16="http://schemas.microsoft.com/office/drawing/2014/main" id="{9DD982B6-4B96-F362-0778-67F4F67991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04228" y="5652130"/>
            <a:ext cx="351904" cy="351904"/>
          </a:xfrm>
          <a:prstGeom prst="rect">
            <a:avLst/>
          </a:prstGeom>
        </p:spPr>
      </p:pic>
      <p:sp>
        <p:nvSpPr>
          <p:cNvPr id="155" name="TextBox 154">
            <a:extLst>
              <a:ext uri="{FF2B5EF4-FFF2-40B4-BE49-F238E27FC236}">
                <a16:creationId xmlns:a16="http://schemas.microsoft.com/office/drawing/2014/main" id="{D4402F5C-1761-AC21-E0EF-CF0DE85207E2}"/>
              </a:ext>
            </a:extLst>
          </p:cNvPr>
          <p:cNvSpPr txBox="1"/>
          <p:nvPr/>
        </p:nvSpPr>
        <p:spPr>
          <a:xfrm>
            <a:off x="2711399" y="5649588"/>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sp>
        <p:nvSpPr>
          <p:cNvPr id="168" name="TextBox 167">
            <a:extLst>
              <a:ext uri="{FF2B5EF4-FFF2-40B4-BE49-F238E27FC236}">
                <a16:creationId xmlns:a16="http://schemas.microsoft.com/office/drawing/2014/main" id="{3BE79839-DBE7-1861-6BED-8623AAA6E3C1}"/>
              </a:ext>
            </a:extLst>
          </p:cNvPr>
          <p:cNvSpPr txBox="1"/>
          <p:nvPr/>
        </p:nvSpPr>
        <p:spPr>
          <a:xfrm>
            <a:off x="3649072" y="6078285"/>
            <a:ext cx="63942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pic>
        <p:nvPicPr>
          <p:cNvPr id="170" name="Graphic 169">
            <a:extLst>
              <a:ext uri="{FF2B5EF4-FFF2-40B4-BE49-F238E27FC236}">
                <a16:creationId xmlns:a16="http://schemas.microsoft.com/office/drawing/2014/main" id="{45950DE0-996A-6572-7A63-60D48383BEBB}"/>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3395108" y="6093629"/>
            <a:ext cx="298000" cy="298000"/>
          </a:xfrm>
          <a:prstGeom prst="rect">
            <a:avLst/>
          </a:prstGeom>
        </p:spPr>
      </p:pic>
      <p:sp>
        <p:nvSpPr>
          <p:cNvPr id="171" name="Rectangle: Rounded Corners 170">
            <a:extLst>
              <a:ext uri="{FF2B5EF4-FFF2-40B4-BE49-F238E27FC236}">
                <a16:creationId xmlns:a16="http://schemas.microsoft.com/office/drawing/2014/main" id="{3388847C-272E-2859-0CB5-3860D80ED4D3}"/>
              </a:ext>
            </a:extLst>
          </p:cNvPr>
          <p:cNvSpPr/>
          <p:nvPr/>
        </p:nvSpPr>
        <p:spPr bwMode="auto">
          <a:xfrm>
            <a:off x="2797285" y="535434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172" name="Graphic 171">
            <a:extLst>
              <a:ext uri="{FF2B5EF4-FFF2-40B4-BE49-F238E27FC236}">
                <a16:creationId xmlns:a16="http://schemas.microsoft.com/office/drawing/2014/main" id="{05D814E7-A0FC-0670-0C4C-512BEF2B4E5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060882" y="6028595"/>
            <a:ext cx="337770" cy="337770"/>
          </a:xfrm>
          <a:prstGeom prst="rect">
            <a:avLst/>
          </a:prstGeom>
        </p:spPr>
      </p:pic>
      <p:pic>
        <p:nvPicPr>
          <p:cNvPr id="173" name="Graphic 172">
            <a:extLst>
              <a:ext uri="{FF2B5EF4-FFF2-40B4-BE49-F238E27FC236}">
                <a16:creationId xmlns:a16="http://schemas.microsoft.com/office/drawing/2014/main" id="{1CF7E93B-B8A4-2C43-A52B-4876D8D5039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5399966" y="2677913"/>
            <a:ext cx="171450" cy="171450"/>
          </a:xfrm>
          <a:prstGeom prst="rect">
            <a:avLst/>
          </a:prstGeom>
        </p:spPr>
      </p:pic>
      <p:pic>
        <p:nvPicPr>
          <p:cNvPr id="177" name="Graphic 176">
            <a:extLst>
              <a:ext uri="{FF2B5EF4-FFF2-40B4-BE49-F238E27FC236}">
                <a16:creationId xmlns:a16="http://schemas.microsoft.com/office/drawing/2014/main" id="{510D34E3-420F-A633-A6C8-9FE6B39F64E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5411594" y="3161155"/>
            <a:ext cx="171450" cy="171450"/>
          </a:xfrm>
          <a:prstGeom prst="rect">
            <a:avLst/>
          </a:prstGeom>
        </p:spPr>
      </p:pic>
      <p:pic>
        <p:nvPicPr>
          <p:cNvPr id="178" name="Graphic 177">
            <a:extLst>
              <a:ext uri="{FF2B5EF4-FFF2-40B4-BE49-F238E27FC236}">
                <a16:creationId xmlns:a16="http://schemas.microsoft.com/office/drawing/2014/main" id="{10548FEE-8FB3-9B6A-25EB-BA8B42318612}"/>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618933" y="2079850"/>
            <a:ext cx="171450" cy="171450"/>
          </a:xfrm>
          <a:prstGeom prst="rect">
            <a:avLst/>
          </a:prstGeom>
        </p:spPr>
      </p:pic>
      <p:pic>
        <p:nvPicPr>
          <p:cNvPr id="179" name="Graphic 178">
            <a:extLst>
              <a:ext uri="{FF2B5EF4-FFF2-40B4-BE49-F238E27FC236}">
                <a16:creationId xmlns:a16="http://schemas.microsoft.com/office/drawing/2014/main" id="{89CC659A-A313-B58E-6B33-127A9B456BA1}"/>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748516" y="5696551"/>
            <a:ext cx="296391" cy="296391"/>
          </a:xfrm>
          <a:prstGeom prst="rect">
            <a:avLst/>
          </a:prstGeom>
        </p:spPr>
      </p:pic>
      <p:sp>
        <p:nvSpPr>
          <p:cNvPr id="180" name="TextBox 179">
            <a:extLst>
              <a:ext uri="{FF2B5EF4-FFF2-40B4-BE49-F238E27FC236}">
                <a16:creationId xmlns:a16="http://schemas.microsoft.com/office/drawing/2014/main" id="{41792FEB-DE09-8079-81E2-704379566740}"/>
              </a:ext>
            </a:extLst>
          </p:cNvPr>
          <p:cNvSpPr txBox="1"/>
          <p:nvPr/>
        </p:nvSpPr>
        <p:spPr>
          <a:xfrm>
            <a:off x="7007929" y="5627098"/>
            <a:ext cx="83499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Security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257486340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B1ED-BFEF-3345-727F-A3D0B1FA0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F6EAC-2A6B-639D-B3F7-9F50FF727C66}"/>
              </a:ext>
            </a:extLst>
          </p:cNvPr>
          <p:cNvSpPr>
            <a:spLocks noGrp="1"/>
          </p:cNvSpPr>
          <p:nvPr>
            <p:ph type="title"/>
          </p:nvPr>
        </p:nvSpPr>
        <p:spPr>
          <a:xfrm>
            <a:off x="381000" y="457200"/>
            <a:ext cx="11430000" cy="553998"/>
          </a:xfrm>
        </p:spPr>
        <p:txBody>
          <a:bodyPr/>
          <a:lstStyle/>
          <a:p>
            <a:r>
              <a:rPr lang="en-US" dirty="0">
                <a:cs typeface="Segoe UI"/>
              </a:rPr>
              <a:t>Private Custom VPN Gateway deployment</a:t>
            </a:r>
            <a:endParaRPr lang="en-US" dirty="0"/>
          </a:p>
        </p:txBody>
      </p:sp>
      <p:sp>
        <p:nvSpPr>
          <p:cNvPr id="237" name="Rectangle 236">
            <a:extLst>
              <a:ext uri="{FF2B5EF4-FFF2-40B4-BE49-F238E27FC236}">
                <a16:creationId xmlns:a16="http://schemas.microsoft.com/office/drawing/2014/main" id="{6341242C-67F7-8FCA-4FA1-CAB21C3DE7C0}"/>
              </a:ext>
            </a:extLst>
          </p:cNvPr>
          <p:cNvSpPr/>
          <p:nvPr/>
        </p:nvSpPr>
        <p:spPr>
          <a:xfrm>
            <a:off x="2288779" y="1304746"/>
            <a:ext cx="7326561"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BB75D1EA-5E69-3AED-6E00-9DC01F437F5F}"/>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763A4F09-F13F-7097-C6FE-E309FBB90B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BB45FD06-72B0-394B-56FF-1DE3280DA86D}"/>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2E65D1A8-CB8D-33C1-67F2-F31F82D3DE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A57E779F-C4E6-0436-EA53-AEAF66E382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CBF9E35B-35E0-E73A-0D8E-305535D4FF9C}"/>
              </a:ext>
            </a:extLst>
          </p:cNvPr>
          <p:cNvSpPr txBox="1"/>
          <p:nvPr/>
        </p:nvSpPr>
        <p:spPr>
          <a:xfrm>
            <a:off x="8665594" y="1399666"/>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2636A188-C701-2CF6-9110-041E5D96B4F8}"/>
              </a:ext>
            </a:extLst>
          </p:cNvPr>
          <p:cNvSpPr/>
          <p:nvPr/>
        </p:nvSpPr>
        <p:spPr>
          <a:xfrm>
            <a:off x="3086100" y="1407680"/>
            <a:ext cx="6356596"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299" name="Graphic 298">
            <a:extLst>
              <a:ext uri="{FF2B5EF4-FFF2-40B4-BE49-F238E27FC236}">
                <a16:creationId xmlns:a16="http://schemas.microsoft.com/office/drawing/2014/main" id="{53B7A327-E567-4F1B-7B2E-2A11E361EB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27557" y="3248818"/>
            <a:ext cx="247981" cy="247981"/>
          </a:xfrm>
          <a:prstGeom prst="rect">
            <a:avLst/>
          </a:prstGeom>
        </p:spPr>
      </p:pic>
      <p:sp>
        <p:nvSpPr>
          <p:cNvPr id="301" name="TextBox 300">
            <a:extLst>
              <a:ext uri="{FF2B5EF4-FFF2-40B4-BE49-F238E27FC236}">
                <a16:creationId xmlns:a16="http://schemas.microsoft.com/office/drawing/2014/main" id="{C4ED635F-90DB-0E42-8D15-4F271EBA2954}"/>
              </a:ext>
            </a:extLst>
          </p:cNvPr>
          <p:cNvSpPr txBox="1"/>
          <p:nvPr/>
        </p:nvSpPr>
        <p:spPr>
          <a:xfrm>
            <a:off x="6958899" y="3561716"/>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pic>
        <p:nvPicPr>
          <p:cNvPr id="318" name="Picture 317">
            <a:extLst>
              <a:ext uri="{FF2B5EF4-FFF2-40B4-BE49-F238E27FC236}">
                <a16:creationId xmlns:a16="http://schemas.microsoft.com/office/drawing/2014/main" id="{0BDDC781-9CBC-1A92-8859-71C03875F7AC}"/>
              </a:ext>
            </a:extLst>
          </p:cNvPr>
          <p:cNvPicPr>
            <a:picLocks noChangeAspect="1"/>
          </p:cNvPicPr>
          <p:nvPr/>
        </p:nvPicPr>
        <p:blipFill>
          <a:blip r:embed="rId7"/>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330F7015-417C-ECC0-6361-BDA77CE240C2}"/>
              </a:ext>
            </a:extLst>
          </p:cNvPr>
          <p:cNvPicPr>
            <a:picLocks noChangeAspect="1"/>
          </p:cNvPicPr>
          <p:nvPr/>
        </p:nvPicPr>
        <p:blipFill>
          <a:blip r:embed="rId8"/>
          <a:stretch>
            <a:fillRect/>
          </a:stretch>
        </p:blipFill>
        <p:spPr>
          <a:xfrm>
            <a:off x="199561" y="4038407"/>
            <a:ext cx="1823558" cy="1069513"/>
          </a:xfrm>
          <a:prstGeom prst="rect">
            <a:avLst/>
          </a:prstGeom>
        </p:spPr>
      </p:pic>
      <p:sp>
        <p:nvSpPr>
          <p:cNvPr id="225" name="Rectangle: Rounded Corners 224">
            <a:extLst>
              <a:ext uri="{FF2B5EF4-FFF2-40B4-BE49-F238E27FC236}">
                <a16:creationId xmlns:a16="http://schemas.microsoft.com/office/drawing/2014/main" id="{EE5D6C96-A8DB-5207-4DF9-021176569992}"/>
              </a:ext>
            </a:extLst>
          </p:cNvPr>
          <p:cNvSpPr/>
          <p:nvPr/>
        </p:nvSpPr>
        <p:spPr bwMode="auto">
          <a:xfrm>
            <a:off x="7324277" y="3921085"/>
            <a:ext cx="884992"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148" name="Rectangle 147">
            <a:extLst>
              <a:ext uri="{FF2B5EF4-FFF2-40B4-BE49-F238E27FC236}">
                <a16:creationId xmlns:a16="http://schemas.microsoft.com/office/drawing/2014/main" id="{7E956C80-EBC3-060D-391C-AA771AE65142}"/>
              </a:ext>
            </a:extLst>
          </p:cNvPr>
          <p:cNvSpPr/>
          <p:nvPr/>
        </p:nvSpPr>
        <p:spPr>
          <a:xfrm>
            <a:off x="3316861" y="1717121"/>
            <a:ext cx="5311289" cy="3433097"/>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86" name="Graphic 185">
            <a:extLst>
              <a:ext uri="{FF2B5EF4-FFF2-40B4-BE49-F238E27FC236}">
                <a16:creationId xmlns:a16="http://schemas.microsoft.com/office/drawing/2014/main" id="{C4493991-6505-1FE0-EBFA-B60B95DFF9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147327" y="1541169"/>
            <a:ext cx="351904" cy="351904"/>
          </a:xfrm>
          <a:prstGeom prst="rect">
            <a:avLst/>
          </a:prstGeom>
        </p:spPr>
      </p:pic>
      <p:sp>
        <p:nvSpPr>
          <p:cNvPr id="197" name="TextBox 196">
            <a:extLst>
              <a:ext uri="{FF2B5EF4-FFF2-40B4-BE49-F238E27FC236}">
                <a16:creationId xmlns:a16="http://schemas.microsoft.com/office/drawing/2014/main" id="{2747546F-2F6E-35AF-8E42-D08AD963D09B}"/>
              </a:ext>
            </a:extLst>
          </p:cNvPr>
          <p:cNvSpPr txBox="1"/>
          <p:nvPr/>
        </p:nvSpPr>
        <p:spPr>
          <a:xfrm>
            <a:off x="3436162" y="1738220"/>
            <a:ext cx="1115092" cy="338554"/>
          </a:xfrm>
          <a:prstGeom prst="rect">
            <a:avLst/>
          </a:prstGeom>
          <a:noFill/>
        </p:spPr>
        <p:txBody>
          <a:bodyPr wrap="square" rtlCol="0">
            <a:spAutoFit/>
          </a:bodyPr>
          <a:lstStyle/>
          <a:p>
            <a:r>
              <a:rPr lang="en-US" sz="800" dirty="0">
                <a:solidFill>
                  <a:schemeClr val="accent1">
                    <a:lumMod val="75000"/>
                  </a:schemeClr>
                </a:solidFill>
              </a:rPr>
              <a:t>private Azure AI resource group </a:t>
            </a:r>
          </a:p>
        </p:txBody>
      </p:sp>
      <p:sp>
        <p:nvSpPr>
          <p:cNvPr id="164" name="Rectangle 163">
            <a:extLst>
              <a:ext uri="{FF2B5EF4-FFF2-40B4-BE49-F238E27FC236}">
                <a16:creationId xmlns:a16="http://schemas.microsoft.com/office/drawing/2014/main" id="{2B296D88-3DA4-14D2-1F0E-B8CCE37FE47F}"/>
              </a:ext>
            </a:extLst>
          </p:cNvPr>
          <p:cNvSpPr/>
          <p:nvPr/>
        </p:nvSpPr>
        <p:spPr>
          <a:xfrm>
            <a:off x="4310993" y="1924633"/>
            <a:ext cx="2506796" cy="315363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pic>
        <p:nvPicPr>
          <p:cNvPr id="165" name="Graphic 164">
            <a:extLst>
              <a:ext uri="{FF2B5EF4-FFF2-40B4-BE49-F238E27FC236}">
                <a16:creationId xmlns:a16="http://schemas.microsoft.com/office/drawing/2014/main" id="{AF9C1256-161B-86A8-4822-FF47C4AFF45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05810" y="1680488"/>
            <a:ext cx="300461" cy="300461"/>
          </a:xfrm>
          <a:prstGeom prst="rect">
            <a:avLst/>
          </a:prstGeom>
        </p:spPr>
      </p:pic>
      <p:sp>
        <p:nvSpPr>
          <p:cNvPr id="166" name="Rectangle 165">
            <a:extLst>
              <a:ext uri="{FF2B5EF4-FFF2-40B4-BE49-F238E27FC236}">
                <a16:creationId xmlns:a16="http://schemas.microsoft.com/office/drawing/2014/main" id="{CACF65DA-9045-B19A-8D60-6FF8EFFCAB0A}"/>
              </a:ext>
            </a:extLst>
          </p:cNvPr>
          <p:cNvSpPr/>
          <p:nvPr/>
        </p:nvSpPr>
        <p:spPr>
          <a:xfrm>
            <a:off x="5587446" y="2058641"/>
            <a:ext cx="1115093" cy="292882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167" name="TextBox 166">
            <a:extLst>
              <a:ext uri="{FF2B5EF4-FFF2-40B4-BE49-F238E27FC236}">
                <a16:creationId xmlns:a16="http://schemas.microsoft.com/office/drawing/2014/main" id="{1B8026E6-744E-C35B-9898-52B407A8D95F}"/>
              </a:ext>
            </a:extLst>
          </p:cNvPr>
          <p:cNvSpPr txBox="1"/>
          <p:nvPr/>
        </p:nvSpPr>
        <p:spPr>
          <a:xfrm>
            <a:off x="5557884" y="2021900"/>
            <a:ext cx="1115091" cy="338554"/>
          </a:xfrm>
          <a:prstGeom prst="rect">
            <a:avLst/>
          </a:prstGeom>
          <a:noFill/>
        </p:spPr>
        <p:txBody>
          <a:bodyPr wrap="square" rtlCol="0">
            <a:spAutoFit/>
          </a:bodyPr>
          <a:lstStyle/>
          <a:p>
            <a:r>
              <a:rPr lang="en-US" sz="800" dirty="0">
                <a:solidFill>
                  <a:schemeClr val="accent1">
                    <a:lumMod val="75000"/>
                  </a:schemeClr>
                </a:solidFill>
              </a:rPr>
              <a:t>Default 10.13.0.0/24</a:t>
            </a:r>
          </a:p>
          <a:p>
            <a:r>
              <a:rPr lang="en-US" sz="800" dirty="0">
                <a:solidFill>
                  <a:schemeClr val="accent1">
                    <a:lumMod val="75000"/>
                  </a:schemeClr>
                </a:solidFill>
              </a:rPr>
              <a:t>Subnet</a:t>
            </a:r>
          </a:p>
        </p:txBody>
      </p:sp>
      <p:sp>
        <p:nvSpPr>
          <p:cNvPr id="169" name="TextBox 168">
            <a:extLst>
              <a:ext uri="{FF2B5EF4-FFF2-40B4-BE49-F238E27FC236}">
                <a16:creationId xmlns:a16="http://schemas.microsoft.com/office/drawing/2014/main" id="{6B577D1B-86DD-7311-37FD-57688AEE28E0}"/>
              </a:ext>
            </a:extLst>
          </p:cNvPr>
          <p:cNvSpPr txBox="1"/>
          <p:nvPr/>
        </p:nvSpPr>
        <p:spPr>
          <a:xfrm>
            <a:off x="4288653" y="1958955"/>
            <a:ext cx="940070" cy="215444"/>
          </a:xfrm>
          <a:prstGeom prst="rect">
            <a:avLst/>
          </a:prstGeom>
          <a:noFill/>
        </p:spPr>
        <p:txBody>
          <a:bodyPr wrap="square" rtlCol="0">
            <a:spAutoFit/>
          </a:bodyPr>
          <a:lstStyle/>
          <a:p>
            <a:r>
              <a:rPr lang="en-US" sz="800" dirty="0">
                <a:solidFill>
                  <a:schemeClr val="accent1">
                    <a:lumMod val="75000"/>
                  </a:schemeClr>
                </a:solidFill>
              </a:rPr>
              <a:t>10.13.0.0/16</a:t>
            </a:r>
          </a:p>
        </p:txBody>
      </p:sp>
      <p:sp>
        <p:nvSpPr>
          <p:cNvPr id="175" name="TextBox 174">
            <a:extLst>
              <a:ext uri="{FF2B5EF4-FFF2-40B4-BE49-F238E27FC236}">
                <a16:creationId xmlns:a16="http://schemas.microsoft.com/office/drawing/2014/main" id="{F46DD622-6850-906B-4653-77D4E4F5C2E5}"/>
              </a:ext>
            </a:extLst>
          </p:cNvPr>
          <p:cNvSpPr txBox="1"/>
          <p:nvPr/>
        </p:nvSpPr>
        <p:spPr>
          <a:xfrm>
            <a:off x="5748747" y="2461487"/>
            <a:ext cx="103130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a:t>
            </a:r>
            <a:r>
              <a:rPr lang="en-US" sz="800" dirty="0">
                <a:solidFill>
                  <a:srgbClr val="00BCF2">
                    <a:lumMod val="50000"/>
                  </a:srgbClr>
                </a:solidFill>
                <a:latin typeface="Segoe UI"/>
              </a:rPr>
              <a:t>0</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.13.0.7</a:t>
            </a:r>
          </a:p>
        </p:txBody>
      </p:sp>
      <p:pic>
        <p:nvPicPr>
          <p:cNvPr id="176" name="Picture 175">
            <a:extLst>
              <a:ext uri="{FF2B5EF4-FFF2-40B4-BE49-F238E27FC236}">
                <a16:creationId xmlns:a16="http://schemas.microsoft.com/office/drawing/2014/main" id="{8D87E8CA-128C-E01C-59B8-C61A58F55F3E}"/>
              </a:ext>
            </a:extLst>
          </p:cNvPr>
          <p:cNvPicPr>
            <a:picLocks noChangeAspect="1"/>
          </p:cNvPicPr>
          <p:nvPr/>
        </p:nvPicPr>
        <p:blipFill>
          <a:blip r:embed="rId11"/>
          <a:stretch>
            <a:fillRect/>
          </a:stretch>
        </p:blipFill>
        <p:spPr>
          <a:xfrm>
            <a:off x="6301948" y="2253476"/>
            <a:ext cx="238753" cy="226816"/>
          </a:xfrm>
          <a:prstGeom prst="rect">
            <a:avLst/>
          </a:prstGeom>
        </p:spPr>
      </p:pic>
      <p:pic>
        <p:nvPicPr>
          <p:cNvPr id="181" name="Graphic 180">
            <a:extLst>
              <a:ext uri="{FF2B5EF4-FFF2-40B4-BE49-F238E27FC236}">
                <a16:creationId xmlns:a16="http://schemas.microsoft.com/office/drawing/2014/main" id="{ABD6157F-5235-E27E-9328-02275A8ED9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83010" y="2302525"/>
            <a:ext cx="213757" cy="213757"/>
          </a:xfrm>
          <a:prstGeom prst="rect">
            <a:avLst/>
          </a:prstGeom>
        </p:spPr>
      </p:pic>
      <p:pic>
        <p:nvPicPr>
          <p:cNvPr id="184" name="Graphic 183">
            <a:extLst>
              <a:ext uri="{FF2B5EF4-FFF2-40B4-BE49-F238E27FC236}">
                <a16:creationId xmlns:a16="http://schemas.microsoft.com/office/drawing/2014/main" id="{D0934E2F-07FA-9132-80C8-0B91ECD863E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32888" y="2301039"/>
            <a:ext cx="221246" cy="221246"/>
          </a:xfrm>
          <a:prstGeom prst="rect">
            <a:avLst/>
          </a:prstGeom>
        </p:spPr>
      </p:pic>
      <p:sp>
        <p:nvSpPr>
          <p:cNvPr id="188" name="TextBox 187">
            <a:extLst>
              <a:ext uri="{FF2B5EF4-FFF2-40B4-BE49-F238E27FC236}">
                <a16:creationId xmlns:a16="http://schemas.microsoft.com/office/drawing/2014/main" id="{2A6CDF4D-E4DD-B02A-4880-11C67F2C8902}"/>
              </a:ext>
            </a:extLst>
          </p:cNvPr>
          <p:cNvSpPr txBox="1"/>
          <p:nvPr/>
        </p:nvSpPr>
        <p:spPr>
          <a:xfrm>
            <a:off x="5627248" y="3075490"/>
            <a:ext cx="1225079"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b</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lob 10.13.0.5</a:t>
            </a:r>
          </a:p>
        </p:txBody>
      </p:sp>
      <p:pic>
        <p:nvPicPr>
          <p:cNvPr id="189" name="Picture 188">
            <a:extLst>
              <a:ext uri="{FF2B5EF4-FFF2-40B4-BE49-F238E27FC236}">
                <a16:creationId xmlns:a16="http://schemas.microsoft.com/office/drawing/2014/main" id="{76F516B3-F2FB-A315-13FC-B0ACA6E5798F}"/>
              </a:ext>
            </a:extLst>
          </p:cNvPr>
          <p:cNvPicPr>
            <a:picLocks noChangeAspect="1"/>
          </p:cNvPicPr>
          <p:nvPr/>
        </p:nvPicPr>
        <p:blipFill>
          <a:blip r:embed="rId11"/>
          <a:stretch>
            <a:fillRect/>
          </a:stretch>
        </p:blipFill>
        <p:spPr>
          <a:xfrm>
            <a:off x="6285391" y="2837367"/>
            <a:ext cx="238753" cy="226816"/>
          </a:xfrm>
          <a:prstGeom prst="rect">
            <a:avLst/>
          </a:prstGeom>
        </p:spPr>
      </p:pic>
      <p:pic>
        <p:nvPicPr>
          <p:cNvPr id="193" name="Graphic 192">
            <a:extLst>
              <a:ext uri="{FF2B5EF4-FFF2-40B4-BE49-F238E27FC236}">
                <a16:creationId xmlns:a16="http://schemas.microsoft.com/office/drawing/2014/main" id="{CAC88168-60E0-3B8B-E355-EECF7FEEA0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66453" y="2886416"/>
            <a:ext cx="213757" cy="213757"/>
          </a:xfrm>
          <a:prstGeom prst="rect">
            <a:avLst/>
          </a:prstGeom>
        </p:spPr>
      </p:pic>
      <p:pic>
        <p:nvPicPr>
          <p:cNvPr id="194" name="Graphic 193">
            <a:extLst>
              <a:ext uri="{FF2B5EF4-FFF2-40B4-BE49-F238E27FC236}">
                <a16:creationId xmlns:a16="http://schemas.microsoft.com/office/drawing/2014/main" id="{B6B5B78C-6E64-B43E-4AAC-AEC46E75AD3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16331" y="2884930"/>
            <a:ext cx="221246" cy="221246"/>
          </a:xfrm>
          <a:prstGeom prst="rect">
            <a:avLst/>
          </a:prstGeom>
        </p:spPr>
      </p:pic>
      <p:sp>
        <p:nvSpPr>
          <p:cNvPr id="195" name="TextBox 194">
            <a:extLst>
              <a:ext uri="{FF2B5EF4-FFF2-40B4-BE49-F238E27FC236}">
                <a16:creationId xmlns:a16="http://schemas.microsoft.com/office/drawing/2014/main" id="{8BBE2385-92CD-C74C-14CD-7723E6A37139}"/>
              </a:ext>
            </a:extLst>
          </p:cNvPr>
          <p:cNvSpPr txBox="1"/>
          <p:nvPr/>
        </p:nvSpPr>
        <p:spPr>
          <a:xfrm>
            <a:off x="5863780" y="4621839"/>
            <a:ext cx="10965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10.13.0.9</a:t>
            </a:r>
          </a:p>
        </p:txBody>
      </p:sp>
      <p:pic>
        <p:nvPicPr>
          <p:cNvPr id="196" name="Picture 195">
            <a:extLst>
              <a:ext uri="{FF2B5EF4-FFF2-40B4-BE49-F238E27FC236}">
                <a16:creationId xmlns:a16="http://schemas.microsoft.com/office/drawing/2014/main" id="{2284B071-02CB-3133-2774-B22675563D8A}"/>
              </a:ext>
            </a:extLst>
          </p:cNvPr>
          <p:cNvPicPr>
            <a:picLocks noChangeAspect="1"/>
          </p:cNvPicPr>
          <p:nvPr/>
        </p:nvPicPr>
        <p:blipFill>
          <a:blip r:embed="rId11"/>
          <a:stretch>
            <a:fillRect/>
          </a:stretch>
        </p:blipFill>
        <p:spPr>
          <a:xfrm>
            <a:off x="6319785" y="4302043"/>
            <a:ext cx="238753" cy="226816"/>
          </a:xfrm>
          <a:prstGeom prst="rect">
            <a:avLst/>
          </a:prstGeom>
        </p:spPr>
      </p:pic>
      <p:pic>
        <p:nvPicPr>
          <p:cNvPr id="198" name="Graphic 197">
            <a:extLst>
              <a:ext uri="{FF2B5EF4-FFF2-40B4-BE49-F238E27FC236}">
                <a16:creationId xmlns:a16="http://schemas.microsoft.com/office/drawing/2014/main" id="{C7BF1C35-5A3E-A9FC-C68D-89DD333CB3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100847" y="4351092"/>
            <a:ext cx="213757" cy="213757"/>
          </a:xfrm>
          <a:prstGeom prst="rect">
            <a:avLst/>
          </a:prstGeom>
        </p:spPr>
      </p:pic>
      <p:pic>
        <p:nvPicPr>
          <p:cNvPr id="199" name="Graphic 198">
            <a:extLst>
              <a:ext uri="{FF2B5EF4-FFF2-40B4-BE49-F238E27FC236}">
                <a16:creationId xmlns:a16="http://schemas.microsoft.com/office/drawing/2014/main" id="{95107874-1AD0-2EA1-61D5-7FF5C40D141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50725" y="4349606"/>
            <a:ext cx="221246" cy="221246"/>
          </a:xfrm>
          <a:prstGeom prst="rect">
            <a:avLst/>
          </a:prstGeom>
        </p:spPr>
      </p:pic>
      <p:sp>
        <p:nvSpPr>
          <p:cNvPr id="204" name="Rectangle 203">
            <a:extLst>
              <a:ext uri="{FF2B5EF4-FFF2-40B4-BE49-F238E27FC236}">
                <a16:creationId xmlns:a16="http://schemas.microsoft.com/office/drawing/2014/main" id="{47E22CC7-B586-B6A4-9A19-F1D6200F8488}"/>
              </a:ext>
            </a:extLst>
          </p:cNvPr>
          <p:cNvSpPr/>
          <p:nvPr/>
        </p:nvSpPr>
        <p:spPr>
          <a:xfrm>
            <a:off x="4383256" y="3659721"/>
            <a:ext cx="1220773" cy="132774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1" name="Rectangle 210">
            <a:extLst>
              <a:ext uri="{FF2B5EF4-FFF2-40B4-BE49-F238E27FC236}">
                <a16:creationId xmlns:a16="http://schemas.microsoft.com/office/drawing/2014/main" id="{5B2C0290-133E-1A19-418D-A87DC85D7A78}"/>
              </a:ext>
            </a:extLst>
          </p:cNvPr>
          <p:cNvSpPr/>
          <p:nvPr/>
        </p:nvSpPr>
        <p:spPr>
          <a:xfrm>
            <a:off x="4375255" y="2683318"/>
            <a:ext cx="1115093" cy="40572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2" name="TextBox 211">
            <a:extLst>
              <a:ext uri="{FF2B5EF4-FFF2-40B4-BE49-F238E27FC236}">
                <a16:creationId xmlns:a16="http://schemas.microsoft.com/office/drawing/2014/main" id="{C0F91FC4-6D3A-E672-1875-EEEC40D45CC6}"/>
              </a:ext>
            </a:extLst>
          </p:cNvPr>
          <p:cNvSpPr txBox="1"/>
          <p:nvPr/>
        </p:nvSpPr>
        <p:spPr>
          <a:xfrm>
            <a:off x="4322050" y="2683317"/>
            <a:ext cx="1115092" cy="215444"/>
          </a:xfrm>
          <a:prstGeom prst="rect">
            <a:avLst/>
          </a:prstGeom>
          <a:noFill/>
        </p:spPr>
        <p:txBody>
          <a:bodyPr wrap="square" rtlCol="0">
            <a:spAutoFit/>
          </a:bodyPr>
          <a:lstStyle/>
          <a:p>
            <a:r>
              <a:rPr lang="en-US" sz="800" dirty="0">
                <a:solidFill>
                  <a:schemeClr val="accent1">
                    <a:lumMod val="75000"/>
                  </a:schemeClr>
                </a:solidFill>
              </a:rPr>
              <a:t>DNS Subnet</a:t>
            </a:r>
          </a:p>
        </p:txBody>
      </p:sp>
      <p:sp>
        <p:nvSpPr>
          <p:cNvPr id="213" name="TextBox 212">
            <a:extLst>
              <a:ext uri="{FF2B5EF4-FFF2-40B4-BE49-F238E27FC236}">
                <a16:creationId xmlns:a16="http://schemas.microsoft.com/office/drawing/2014/main" id="{166209A8-C33C-001B-ED63-0E69C226E072}"/>
              </a:ext>
            </a:extLst>
          </p:cNvPr>
          <p:cNvSpPr txBox="1"/>
          <p:nvPr/>
        </p:nvSpPr>
        <p:spPr>
          <a:xfrm>
            <a:off x="4841970" y="2896289"/>
            <a:ext cx="759982" cy="215444"/>
          </a:xfrm>
          <a:prstGeom prst="rect">
            <a:avLst/>
          </a:prstGeom>
          <a:noFill/>
        </p:spPr>
        <p:txBody>
          <a:bodyPr wrap="square" rtlCol="0">
            <a:spAutoFit/>
          </a:bodyPr>
          <a:lstStyle/>
          <a:p>
            <a:r>
              <a:rPr lang="en-US" sz="800" dirty="0">
                <a:solidFill>
                  <a:schemeClr val="accent1">
                    <a:lumMod val="75000"/>
                  </a:schemeClr>
                </a:solidFill>
              </a:rPr>
              <a:t>10.13.4.0/24</a:t>
            </a:r>
          </a:p>
        </p:txBody>
      </p:sp>
      <p:cxnSp>
        <p:nvCxnSpPr>
          <p:cNvPr id="214" name="Straight Connector 213">
            <a:extLst>
              <a:ext uri="{FF2B5EF4-FFF2-40B4-BE49-F238E27FC236}">
                <a16:creationId xmlns:a16="http://schemas.microsoft.com/office/drawing/2014/main" id="{391E00AE-CD63-4CA5-C75A-6B6DF5EDE3BD}"/>
              </a:ext>
            </a:extLst>
          </p:cNvPr>
          <p:cNvCxnSpPr>
            <a:cxnSpLocks/>
            <a:stCxn id="173" idx="3"/>
            <a:endCxn id="177" idx="3"/>
          </p:cNvCxnSpPr>
          <p:nvPr/>
        </p:nvCxnSpPr>
        <p:spPr>
          <a:xfrm>
            <a:off x="4075277" y="3174599"/>
            <a:ext cx="282634" cy="236670"/>
          </a:xfrm>
          <a:prstGeom prst="line">
            <a:avLst/>
          </a:prstGeom>
          <a:ln>
            <a:solidFill>
              <a:schemeClr val="tx1"/>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5" name="Rectangle 214">
            <a:extLst>
              <a:ext uri="{FF2B5EF4-FFF2-40B4-BE49-F238E27FC236}">
                <a16:creationId xmlns:a16="http://schemas.microsoft.com/office/drawing/2014/main" id="{B666B464-8A8F-D99B-BB16-62F2A4753AA4}"/>
              </a:ext>
            </a:extLst>
          </p:cNvPr>
          <p:cNvSpPr/>
          <p:nvPr/>
        </p:nvSpPr>
        <p:spPr>
          <a:xfrm>
            <a:off x="4382017" y="3136814"/>
            <a:ext cx="1115093" cy="396573"/>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6" name="TextBox 215">
            <a:extLst>
              <a:ext uri="{FF2B5EF4-FFF2-40B4-BE49-F238E27FC236}">
                <a16:creationId xmlns:a16="http://schemas.microsoft.com/office/drawing/2014/main" id="{E63276FC-9C9C-0D7A-44B6-7859554D2860}"/>
              </a:ext>
            </a:extLst>
          </p:cNvPr>
          <p:cNvSpPr txBox="1"/>
          <p:nvPr/>
        </p:nvSpPr>
        <p:spPr>
          <a:xfrm>
            <a:off x="4848732" y="3333352"/>
            <a:ext cx="759982" cy="215444"/>
          </a:xfrm>
          <a:prstGeom prst="rect">
            <a:avLst/>
          </a:prstGeom>
          <a:noFill/>
        </p:spPr>
        <p:txBody>
          <a:bodyPr wrap="square" rtlCol="0">
            <a:spAutoFit/>
          </a:bodyPr>
          <a:lstStyle/>
          <a:p>
            <a:r>
              <a:rPr lang="en-US" sz="800" dirty="0">
                <a:solidFill>
                  <a:schemeClr val="accent1">
                    <a:lumMod val="75000"/>
                  </a:schemeClr>
                </a:solidFill>
              </a:rPr>
              <a:t>10.13.3.0/24</a:t>
            </a:r>
          </a:p>
        </p:txBody>
      </p:sp>
      <p:sp>
        <p:nvSpPr>
          <p:cNvPr id="217" name="TextBox 216">
            <a:extLst>
              <a:ext uri="{FF2B5EF4-FFF2-40B4-BE49-F238E27FC236}">
                <a16:creationId xmlns:a16="http://schemas.microsoft.com/office/drawing/2014/main" id="{457EA5AC-B125-9C36-781C-BE52AD08B5E4}"/>
              </a:ext>
            </a:extLst>
          </p:cNvPr>
          <p:cNvSpPr txBox="1"/>
          <p:nvPr/>
        </p:nvSpPr>
        <p:spPr>
          <a:xfrm>
            <a:off x="4332818" y="3121169"/>
            <a:ext cx="1115092" cy="215444"/>
          </a:xfrm>
          <a:prstGeom prst="rect">
            <a:avLst/>
          </a:prstGeom>
          <a:noFill/>
        </p:spPr>
        <p:txBody>
          <a:bodyPr wrap="square" rtlCol="0">
            <a:spAutoFit/>
          </a:bodyPr>
          <a:lstStyle/>
          <a:p>
            <a:r>
              <a:rPr lang="en-US" sz="800" dirty="0">
                <a:solidFill>
                  <a:schemeClr val="accent1">
                    <a:lumMod val="75000"/>
                  </a:schemeClr>
                </a:solidFill>
              </a:rPr>
              <a:t>VPN Gateway</a:t>
            </a:r>
          </a:p>
        </p:txBody>
      </p:sp>
      <p:sp>
        <p:nvSpPr>
          <p:cNvPr id="218" name="Rectangle 217">
            <a:extLst>
              <a:ext uri="{FF2B5EF4-FFF2-40B4-BE49-F238E27FC236}">
                <a16:creationId xmlns:a16="http://schemas.microsoft.com/office/drawing/2014/main" id="{1F54DB3A-AB2E-5309-F0C0-CB23557D671F}"/>
              </a:ext>
            </a:extLst>
          </p:cNvPr>
          <p:cNvSpPr/>
          <p:nvPr/>
        </p:nvSpPr>
        <p:spPr>
          <a:xfrm>
            <a:off x="4375255" y="2195637"/>
            <a:ext cx="1115093" cy="428977"/>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9" name="TextBox 218">
            <a:extLst>
              <a:ext uri="{FF2B5EF4-FFF2-40B4-BE49-F238E27FC236}">
                <a16:creationId xmlns:a16="http://schemas.microsoft.com/office/drawing/2014/main" id="{DDCD9FCF-4730-6615-5513-12A45C7F2D8E}"/>
              </a:ext>
            </a:extLst>
          </p:cNvPr>
          <p:cNvSpPr txBox="1"/>
          <p:nvPr/>
        </p:nvSpPr>
        <p:spPr>
          <a:xfrm>
            <a:off x="4322050" y="2195637"/>
            <a:ext cx="1115092" cy="338554"/>
          </a:xfrm>
          <a:prstGeom prst="rect">
            <a:avLst/>
          </a:prstGeom>
          <a:noFill/>
        </p:spPr>
        <p:txBody>
          <a:bodyPr wrap="square" rtlCol="0">
            <a:spAutoFit/>
          </a:bodyPr>
          <a:lstStyle/>
          <a:p>
            <a:r>
              <a:rPr lang="en-US" sz="800" dirty="0">
                <a:solidFill>
                  <a:schemeClr val="accent1">
                    <a:lumMod val="75000"/>
                  </a:schemeClr>
                </a:solidFill>
              </a:rPr>
              <a:t>Bastion</a:t>
            </a:r>
          </a:p>
          <a:p>
            <a:r>
              <a:rPr lang="en-US" sz="800" dirty="0">
                <a:solidFill>
                  <a:schemeClr val="accent1">
                    <a:lumMod val="75000"/>
                  </a:schemeClr>
                </a:solidFill>
              </a:rPr>
              <a:t>Subnet</a:t>
            </a:r>
          </a:p>
        </p:txBody>
      </p:sp>
      <p:sp>
        <p:nvSpPr>
          <p:cNvPr id="220" name="TextBox 219">
            <a:extLst>
              <a:ext uri="{FF2B5EF4-FFF2-40B4-BE49-F238E27FC236}">
                <a16:creationId xmlns:a16="http://schemas.microsoft.com/office/drawing/2014/main" id="{4AF1DEF7-5A86-9F63-C1C4-F152F129A718}"/>
              </a:ext>
            </a:extLst>
          </p:cNvPr>
          <p:cNvSpPr txBox="1"/>
          <p:nvPr/>
        </p:nvSpPr>
        <p:spPr>
          <a:xfrm>
            <a:off x="4841970" y="2408609"/>
            <a:ext cx="759982" cy="215444"/>
          </a:xfrm>
          <a:prstGeom prst="rect">
            <a:avLst/>
          </a:prstGeom>
          <a:noFill/>
        </p:spPr>
        <p:txBody>
          <a:bodyPr wrap="square" rtlCol="0">
            <a:spAutoFit/>
          </a:bodyPr>
          <a:lstStyle/>
          <a:p>
            <a:r>
              <a:rPr lang="en-US" sz="800" dirty="0">
                <a:solidFill>
                  <a:schemeClr val="accent1">
                    <a:lumMod val="75000"/>
                  </a:schemeClr>
                </a:solidFill>
              </a:rPr>
              <a:t>10.13.1.0/24</a:t>
            </a:r>
          </a:p>
        </p:txBody>
      </p:sp>
      <p:pic>
        <p:nvPicPr>
          <p:cNvPr id="221" name="Picture 220">
            <a:extLst>
              <a:ext uri="{FF2B5EF4-FFF2-40B4-BE49-F238E27FC236}">
                <a16:creationId xmlns:a16="http://schemas.microsoft.com/office/drawing/2014/main" id="{A1C4B302-5B84-0555-3582-757854AD6DDB}"/>
              </a:ext>
            </a:extLst>
          </p:cNvPr>
          <p:cNvPicPr>
            <a:picLocks noChangeAspect="1"/>
          </p:cNvPicPr>
          <p:nvPr/>
        </p:nvPicPr>
        <p:blipFill>
          <a:blip r:embed="rId14"/>
          <a:stretch>
            <a:fillRect/>
          </a:stretch>
        </p:blipFill>
        <p:spPr>
          <a:xfrm>
            <a:off x="5547819" y="3658339"/>
            <a:ext cx="233993" cy="1329121"/>
          </a:xfrm>
          <a:prstGeom prst="rect">
            <a:avLst/>
          </a:prstGeom>
        </p:spPr>
      </p:pic>
      <p:pic>
        <p:nvPicPr>
          <p:cNvPr id="228" name="Graphic 227">
            <a:extLst>
              <a:ext uri="{FF2B5EF4-FFF2-40B4-BE49-F238E27FC236}">
                <a16:creationId xmlns:a16="http://schemas.microsoft.com/office/drawing/2014/main" id="{F369E8B7-8F03-4314-B6D1-5EAF996A449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710963" y="3499812"/>
            <a:ext cx="1503969" cy="1503969"/>
          </a:xfrm>
          <a:prstGeom prst="rect">
            <a:avLst/>
          </a:prstGeom>
        </p:spPr>
      </p:pic>
      <p:pic>
        <p:nvPicPr>
          <p:cNvPr id="229" name="Graphic 228">
            <a:extLst>
              <a:ext uri="{FF2B5EF4-FFF2-40B4-BE49-F238E27FC236}">
                <a16:creationId xmlns:a16="http://schemas.microsoft.com/office/drawing/2014/main" id="{F992D675-969C-319A-A101-54D4103C230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664944" y="1758190"/>
            <a:ext cx="271495" cy="271495"/>
          </a:xfrm>
          <a:prstGeom prst="rect">
            <a:avLst/>
          </a:prstGeom>
        </p:spPr>
      </p:pic>
      <p:pic>
        <p:nvPicPr>
          <p:cNvPr id="287" name="Graphic 286">
            <a:extLst>
              <a:ext uri="{FF2B5EF4-FFF2-40B4-BE49-F238E27FC236}">
                <a16:creationId xmlns:a16="http://schemas.microsoft.com/office/drawing/2014/main" id="{4F32EAD1-97C2-B6B4-480B-BA07107EC67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868603" y="3520859"/>
            <a:ext cx="257701" cy="257701"/>
          </a:xfrm>
          <a:prstGeom prst="rect">
            <a:avLst/>
          </a:prstGeom>
        </p:spPr>
      </p:pic>
      <p:cxnSp>
        <p:nvCxnSpPr>
          <p:cNvPr id="288" name="Straight Connector 287">
            <a:extLst>
              <a:ext uri="{FF2B5EF4-FFF2-40B4-BE49-F238E27FC236}">
                <a16:creationId xmlns:a16="http://schemas.microsoft.com/office/drawing/2014/main" id="{37793D93-C20E-F1E2-657C-65D2AF599FEB}"/>
              </a:ext>
            </a:extLst>
          </p:cNvPr>
          <p:cNvCxnSpPr>
            <a:cxnSpLocks/>
            <a:stCxn id="177" idx="3"/>
            <a:endCxn id="287" idx="3"/>
          </p:cNvCxnSpPr>
          <p:nvPr/>
        </p:nvCxnSpPr>
        <p:spPr>
          <a:xfrm flipH="1">
            <a:off x="2126304" y="3411269"/>
            <a:ext cx="2231607" cy="238441"/>
          </a:xfrm>
          <a:prstGeom prst="line">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9" name="Connector: Elbow 288">
            <a:extLst>
              <a:ext uri="{FF2B5EF4-FFF2-40B4-BE49-F238E27FC236}">
                <a16:creationId xmlns:a16="http://schemas.microsoft.com/office/drawing/2014/main" id="{1C96041E-F031-318E-B784-2EA5FDB3F4AA}"/>
              </a:ext>
            </a:extLst>
          </p:cNvPr>
          <p:cNvCxnSpPr>
            <a:cxnSpLocks/>
          </p:cNvCxnSpPr>
          <p:nvPr/>
        </p:nvCxnSpPr>
        <p:spPr>
          <a:xfrm rot="10800000" flipV="1">
            <a:off x="781051" y="3649709"/>
            <a:ext cx="1076325" cy="401485"/>
          </a:xfrm>
          <a:prstGeom prst="bentConnector3">
            <a:avLst>
              <a:gd name="adj1" fmla="val 99558"/>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0" name="TextBox 289">
            <a:extLst>
              <a:ext uri="{FF2B5EF4-FFF2-40B4-BE49-F238E27FC236}">
                <a16:creationId xmlns:a16="http://schemas.microsoft.com/office/drawing/2014/main" id="{726F9B45-2400-6F3E-3E9C-937FA5C7F259}"/>
              </a:ext>
            </a:extLst>
          </p:cNvPr>
          <p:cNvSpPr txBox="1"/>
          <p:nvPr/>
        </p:nvSpPr>
        <p:spPr>
          <a:xfrm>
            <a:off x="1529405" y="3722747"/>
            <a:ext cx="8152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VPN Gateway</a:t>
            </a:r>
            <a:b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IP </a:t>
            </a:r>
            <a:r>
              <a:rPr kumimoji="0" lang="fr-FR" sz="800" b="0" i="0" u="none" strike="noStrike" kern="1200" cap="none" spc="0" normalizeH="0" baseline="0" noProof="0" dirty="0" err="1">
                <a:ln>
                  <a:noFill/>
                </a:ln>
                <a:solidFill>
                  <a:prstClr val="black"/>
                </a:solidFill>
                <a:effectLst/>
                <a:uLnTx/>
                <a:uFillTx/>
                <a:latin typeface="Calibri" panose="020F0502020204030204"/>
                <a:ea typeface="+mn-ea"/>
                <a:cs typeface="+mn-cs"/>
              </a:rPr>
              <a:t>address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8" name="Picture 307">
            <a:extLst>
              <a:ext uri="{FF2B5EF4-FFF2-40B4-BE49-F238E27FC236}">
                <a16:creationId xmlns:a16="http://schemas.microsoft.com/office/drawing/2014/main" id="{7DB1F3A3-29F4-91A3-EA37-C480C838E79A}"/>
              </a:ext>
            </a:extLst>
          </p:cNvPr>
          <p:cNvPicPr>
            <a:picLocks noChangeAspect="1"/>
          </p:cNvPicPr>
          <p:nvPr/>
        </p:nvPicPr>
        <p:blipFill>
          <a:blip r:embed="rId18"/>
          <a:stretch>
            <a:fillRect/>
          </a:stretch>
        </p:blipFill>
        <p:spPr>
          <a:xfrm>
            <a:off x="6949595" y="4335364"/>
            <a:ext cx="199815" cy="199815"/>
          </a:xfrm>
          <a:prstGeom prst="rect">
            <a:avLst/>
          </a:prstGeom>
        </p:spPr>
      </p:pic>
      <p:pic>
        <p:nvPicPr>
          <p:cNvPr id="309" name="Picture 308">
            <a:extLst>
              <a:ext uri="{FF2B5EF4-FFF2-40B4-BE49-F238E27FC236}">
                <a16:creationId xmlns:a16="http://schemas.microsoft.com/office/drawing/2014/main" id="{B99AEAC0-1960-0D23-8F8B-2CE9806129E2}"/>
              </a:ext>
            </a:extLst>
          </p:cNvPr>
          <p:cNvPicPr>
            <a:picLocks noChangeAspect="1"/>
          </p:cNvPicPr>
          <p:nvPr/>
        </p:nvPicPr>
        <p:blipFill>
          <a:blip r:embed="rId18"/>
          <a:stretch>
            <a:fillRect/>
          </a:stretch>
        </p:blipFill>
        <p:spPr>
          <a:xfrm>
            <a:off x="6916719" y="2316329"/>
            <a:ext cx="199815" cy="199815"/>
          </a:xfrm>
          <a:prstGeom prst="rect">
            <a:avLst/>
          </a:prstGeom>
        </p:spPr>
      </p:pic>
      <p:pic>
        <p:nvPicPr>
          <p:cNvPr id="311" name="Picture 310">
            <a:extLst>
              <a:ext uri="{FF2B5EF4-FFF2-40B4-BE49-F238E27FC236}">
                <a16:creationId xmlns:a16="http://schemas.microsoft.com/office/drawing/2014/main" id="{D3059D05-4180-1D4C-2282-B8C9E8FD66DB}"/>
              </a:ext>
            </a:extLst>
          </p:cNvPr>
          <p:cNvPicPr>
            <a:picLocks noChangeAspect="1"/>
          </p:cNvPicPr>
          <p:nvPr/>
        </p:nvPicPr>
        <p:blipFill>
          <a:blip r:embed="rId18"/>
          <a:stretch>
            <a:fillRect/>
          </a:stretch>
        </p:blipFill>
        <p:spPr>
          <a:xfrm>
            <a:off x="6919102" y="3236373"/>
            <a:ext cx="199815" cy="199815"/>
          </a:xfrm>
          <a:prstGeom prst="rect">
            <a:avLst/>
          </a:prstGeom>
        </p:spPr>
      </p:pic>
      <p:pic>
        <p:nvPicPr>
          <p:cNvPr id="8" name="Graphic 7">
            <a:extLst>
              <a:ext uri="{FF2B5EF4-FFF2-40B4-BE49-F238E27FC236}">
                <a16:creationId xmlns:a16="http://schemas.microsoft.com/office/drawing/2014/main" id="{AA7B2570-9171-EC51-141F-3E2F9E1A1F6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164927" y="4354040"/>
            <a:ext cx="340165" cy="340165"/>
          </a:xfrm>
          <a:prstGeom prst="rect">
            <a:avLst/>
          </a:prstGeom>
        </p:spPr>
      </p:pic>
      <p:sp>
        <p:nvSpPr>
          <p:cNvPr id="10" name="TextBox 9">
            <a:extLst>
              <a:ext uri="{FF2B5EF4-FFF2-40B4-BE49-F238E27FC236}">
                <a16:creationId xmlns:a16="http://schemas.microsoft.com/office/drawing/2014/main" id="{B24CE730-4508-9163-83D9-570771542F98}"/>
              </a:ext>
            </a:extLst>
          </p:cNvPr>
          <p:cNvSpPr txBox="1"/>
          <p:nvPr/>
        </p:nvSpPr>
        <p:spPr>
          <a:xfrm>
            <a:off x="6937816" y="4647730"/>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1" name="Graphic 10">
            <a:extLst>
              <a:ext uri="{FF2B5EF4-FFF2-40B4-BE49-F238E27FC236}">
                <a16:creationId xmlns:a16="http://schemas.microsoft.com/office/drawing/2014/main" id="{8AEFE2FF-D460-8155-D3B2-CEB4105CB6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98022" y="2197595"/>
            <a:ext cx="298000" cy="298000"/>
          </a:xfrm>
          <a:prstGeom prst="rect">
            <a:avLst/>
          </a:prstGeom>
        </p:spPr>
      </p:pic>
      <p:sp>
        <p:nvSpPr>
          <p:cNvPr id="12" name="TextBox 11">
            <a:extLst>
              <a:ext uri="{FF2B5EF4-FFF2-40B4-BE49-F238E27FC236}">
                <a16:creationId xmlns:a16="http://schemas.microsoft.com/office/drawing/2014/main" id="{C2FE98A7-0C16-D058-14EF-D947E5079450}"/>
              </a:ext>
            </a:extLst>
          </p:cNvPr>
          <p:cNvSpPr txBox="1"/>
          <p:nvPr/>
        </p:nvSpPr>
        <p:spPr>
          <a:xfrm>
            <a:off x="6778958" y="2449714"/>
            <a:ext cx="113146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Registry</a:t>
            </a:r>
          </a:p>
        </p:txBody>
      </p:sp>
      <p:sp>
        <p:nvSpPr>
          <p:cNvPr id="13" name="Rectangle: Rounded Corners 12">
            <a:extLst>
              <a:ext uri="{FF2B5EF4-FFF2-40B4-BE49-F238E27FC236}">
                <a16:creationId xmlns:a16="http://schemas.microsoft.com/office/drawing/2014/main" id="{A231FAB7-5A7A-1C57-89F2-D0E4682F014E}"/>
              </a:ext>
            </a:extLst>
          </p:cNvPr>
          <p:cNvSpPr/>
          <p:nvPr/>
        </p:nvSpPr>
        <p:spPr bwMode="auto">
          <a:xfrm>
            <a:off x="7415060" y="2167284"/>
            <a:ext cx="954911"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Pull</a:t>
            </a:r>
            <a:br>
              <a:rPr lang="fr-FR" sz="800" dirty="0">
                <a:solidFill>
                  <a:srgbClr val="00B050"/>
                </a:solidFill>
                <a:ea typeface="Segoe UI" pitchFamily="34" charset="0"/>
                <a:cs typeface="Segoe UI" pitchFamily="34" charset="0"/>
              </a:rPr>
            </a:b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Push</a:t>
            </a:r>
            <a:endParaRPr lang="en-US" sz="800" dirty="0" err="1">
              <a:solidFill>
                <a:srgbClr val="00B050"/>
              </a:solidFill>
              <a:ea typeface="Segoe UI" pitchFamily="34" charset="0"/>
              <a:cs typeface="Segoe UI" pitchFamily="34" charset="0"/>
            </a:endParaRPr>
          </a:p>
        </p:txBody>
      </p:sp>
      <p:sp>
        <p:nvSpPr>
          <p:cNvPr id="284" name="Rectangle: Rounded Corners 283">
            <a:extLst>
              <a:ext uri="{FF2B5EF4-FFF2-40B4-BE49-F238E27FC236}">
                <a16:creationId xmlns:a16="http://schemas.microsoft.com/office/drawing/2014/main" id="{F3E46442-98BB-493E-58A0-DE68F1D1E0B1}"/>
              </a:ext>
            </a:extLst>
          </p:cNvPr>
          <p:cNvSpPr/>
          <p:nvPr/>
        </p:nvSpPr>
        <p:spPr bwMode="auto">
          <a:xfrm>
            <a:off x="7323219" y="2794533"/>
            <a:ext cx="116352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800" dirty="0">
                <a:solidFill>
                  <a:srgbClr val="00B050"/>
                </a:solidFill>
                <a:ea typeface="Segoe UI" pitchFamily="34" charset="0"/>
                <a:cs typeface="Segoe UI" pitchFamily="34" charset="0"/>
              </a:rPr>
              <a:t>Storage Blob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Data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Storage File Data </a:t>
            </a:r>
            <a:r>
              <a:rPr lang="fr-FR" sz="800" dirty="0" err="1">
                <a:solidFill>
                  <a:srgbClr val="00B050"/>
                </a:solidFill>
                <a:ea typeface="Segoe UI" pitchFamily="34" charset="0"/>
                <a:cs typeface="Segoe UI" pitchFamily="34" charset="0"/>
              </a:rPr>
              <a:t>Privileged</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Contributor</a:t>
            </a:r>
            <a:endParaRPr lang="en-US" sz="800" dirty="0">
              <a:solidFill>
                <a:srgbClr val="00B050"/>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962EE5B8-30A9-1CAB-0524-F49A0DD9951F}"/>
              </a:ext>
            </a:extLst>
          </p:cNvPr>
          <p:cNvSpPr txBox="1"/>
          <p:nvPr/>
        </p:nvSpPr>
        <p:spPr>
          <a:xfrm>
            <a:off x="5703628" y="3444214"/>
            <a:ext cx="119664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d</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fs 10.13.0.</a:t>
            </a:r>
            <a:r>
              <a:rPr lang="en-US" sz="800" dirty="0">
                <a:solidFill>
                  <a:srgbClr val="00BCF2">
                    <a:lumMod val="50000"/>
                  </a:srgbClr>
                </a:solidFill>
                <a:latin typeface="Segoe UI"/>
              </a:rPr>
              <a:t>6</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4" name="Picture 3">
            <a:extLst>
              <a:ext uri="{FF2B5EF4-FFF2-40B4-BE49-F238E27FC236}">
                <a16:creationId xmlns:a16="http://schemas.microsoft.com/office/drawing/2014/main" id="{518B0074-D9CF-A6BF-89F1-403573276CD2}"/>
              </a:ext>
            </a:extLst>
          </p:cNvPr>
          <p:cNvPicPr>
            <a:picLocks noChangeAspect="1"/>
          </p:cNvPicPr>
          <p:nvPr/>
        </p:nvPicPr>
        <p:blipFill>
          <a:blip r:embed="rId11"/>
          <a:stretch>
            <a:fillRect/>
          </a:stretch>
        </p:blipFill>
        <p:spPr>
          <a:xfrm>
            <a:off x="6296348" y="3215229"/>
            <a:ext cx="238753" cy="226816"/>
          </a:xfrm>
          <a:prstGeom prst="rect">
            <a:avLst/>
          </a:prstGeom>
        </p:spPr>
      </p:pic>
      <p:pic>
        <p:nvPicPr>
          <p:cNvPr id="5" name="Graphic 4">
            <a:extLst>
              <a:ext uri="{FF2B5EF4-FFF2-40B4-BE49-F238E27FC236}">
                <a16:creationId xmlns:a16="http://schemas.microsoft.com/office/drawing/2014/main" id="{98F4F28A-5FE9-E13D-56DF-E3207AFEC3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7410" y="3264278"/>
            <a:ext cx="213757" cy="213757"/>
          </a:xfrm>
          <a:prstGeom prst="rect">
            <a:avLst/>
          </a:prstGeom>
        </p:spPr>
      </p:pic>
      <p:pic>
        <p:nvPicPr>
          <p:cNvPr id="6" name="Graphic 5">
            <a:extLst>
              <a:ext uri="{FF2B5EF4-FFF2-40B4-BE49-F238E27FC236}">
                <a16:creationId xmlns:a16="http://schemas.microsoft.com/office/drawing/2014/main" id="{AB5080EB-75D0-5D6F-18E1-B52491C5CF4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27288" y="3262792"/>
            <a:ext cx="221246" cy="221246"/>
          </a:xfrm>
          <a:prstGeom prst="rect">
            <a:avLst/>
          </a:prstGeom>
        </p:spPr>
      </p:pic>
      <p:sp>
        <p:nvSpPr>
          <p:cNvPr id="7" name="TextBox 6">
            <a:extLst>
              <a:ext uri="{FF2B5EF4-FFF2-40B4-BE49-F238E27FC236}">
                <a16:creationId xmlns:a16="http://schemas.microsoft.com/office/drawing/2014/main" id="{21B5DCF8-2C10-CB37-B8E9-8E05E1430C9D}"/>
              </a:ext>
            </a:extLst>
          </p:cNvPr>
          <p:cNvSpPr txBox="1"/>
          <p:nvPr/>
        </p:nvSpPr>
        <p:spPr>
          <a:xfrm>
            <a:off x="5706470" y="3880855"/>
            <a:ext cx="1225079"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f</a:t>
            </a: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ile</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 10.13.0.7</a:t>
            </a:r>
          </a:p>
        </p:txBody>
      </p:sp>
      <p:pic>
        <p:nvPicPr>
          <p:cNvPr id="9" name="Picture 8">
            <a:extLst>
              <a:ext uri="{FF2B5EF4-FFF2-40B4-BE49-F238E27FC236}">
                <a16:creationId xmlns:a16="http://schemas.microsoft.com/office/drawing/2014/main" id="{1283E918-5E86-61FF-4F50-8CDFF38EB833}"/>
              </a:ext>
            </a:extLst>
          </p:cNvPr>
          <p:cNvPicPr>
            <a:picLocks noChangeAspect="1"/>
          </p:cNvPicPr>
          <p:nvPr/>
        </p:nvPicPr>
        <p:blipFill>
          <a:blip r:embed="rId11"/>
          <a:stretch>
            <a:fillRect/>
          </a:stretch>
        </p:blipFill>
        <p:spPr>
          <a:xfrm>
            <a:off x="6297916" y="3631580"/>
            <a:ext cx="238753" cy="226816"/>
          </a:xfrm>
          <a:prstGeom prst="rect">
            <a:avLst/>
          </a:prstGeom>
        </p:spPr>
      </p:pic>
      <p:pic>
        <p:nvPicPr>
          <p:cNvPr id="16" name="Graphic 15">
            <a:extLst>
              <a:ext uri="{FF2B5EF4-FFF2-40B4-BE49-F238E27FC236}">
                <a16:creationId xmlns:a16="http://schemas.microsoft.com/office/drawing/2014/main" id="{08F3E87C-DB01-F9E4-F59F-BAB3CEB7E0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8978" y="3680629"/>
            <a:ext cx="213757" cy="213757"/>
          </a:xfrm>
          <a:prstGeom prst="rect">
            <a:avLst/>
          </a:prstGeom>
        </p:spPr>
      </p:pic>
      <p:pic>
        <p:nvPicPr>
          <p:cNvPr id="17" name="Graphic 16">
            <a:extLst>
              <a:ext uri="{FF2B5EF4-FFF2-40B4-BE49-F238E27FC236}">
                <a16:creationId xmlns:a16="http://schemas.microsoft.com/office/drawing/2014/main" id="{EAE13355-DC5D-0226-7110-6425E2DE827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28856" y="3679143"/>
            <a:ext cx="221246" cy="221246"/>
          </a:xfrm>
          <a:prstGeom prst="rect">
            <a:avLst/>
          </a:prstGeom>
        </p:spPr>
      </p:pic>
      <p:sp>
        <p:nvSpPr>
          <p:cNvPr id="18" name="TextBox 17">
            <a:extLst>
              <a:ext uri="{FF2B5EF4-FFF2-40B4-BE49-F238E27FC236}">
                <a16:creationId xmlns:a16="http://schemas.microsoft.com/office/drawing/2014/main" id="{2458ED0E-2BBF-2786-232E-610C16A09747}"/>
              </a:ext>
            </a:extLst>
          </p:cNvPr>
          <p:cNvSpPr txBox="1"/>
          <p:nvPr/>
        </p:nvSpPr>
        <p:spPr>
          <a:xfrm>
            <a:off x="768513" y="3835750"/>
            <a:ext cx="987551" cy="215444"/>
          </a:xfrm>
          <a:prstGeom prst="rect">
            <a:avLst/>
          </a:prstGeom>
          <a:noFill/>
        </p:spPr>
        <p:txBody>
          <a:bodyPr wrap="square" rtlCol="0">
            <a:spAutoFit/>
          </a:bodyPr>
          <a:lstStyle/>
          <a:p>
            <a:r>
              <a:rPr lang="en-US" sz="800" dirty="0">
                <a:solidFill>
                  <a:schemeClr val="accent1">
                    <a:lumMod val="75000"/>
                  </a:schemeClr>
                </a:solidFill>
              </a:rPr>
              <a:t>10.10.0.0/24</a:t>
            </a:r>
          </a:p>
        </p:txBody>
      </p:sp>
      <p:sp>
        <p:nvSpPr>
          <p:cNvPr id="171" name="Rectangle: Rounded Corners 170">
            <a:extLst>
              <a:ext uri="{FF2B5EF4-FFF2-40B4-BE49-F238E27FC236}">
                <a16:creationId xmlns:a16="http://schemas.microsoft.com/office/drawing/2014/main" id="{265A5378-537F-6C8A-BA2D-DC63EAA03A98}"/>
              </a:ext>
            </a:extLst>
          </p:cNvPr>
          <p:cNvSpPr/>
          <p:nvPr/>
        </p:nvSpPr>
        <p:spPr bwMode="auto">
          <a:xfrm>
            <a:off x="2797285" y="535434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173" name="Graphic 172">
            <a:extLst>
              <a:ext uri="{FF2B5EF4-FFF2-40B4-BE49-F238E27FC236}">
                <a16:creationId xmlns:a16="http://schemas.microsoft.com/office/drawing/2014/main" id="{49D8828F-C38E-23C8-2371-5DFB3C80EA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11623" y="3020561"/>
            <a:ext cx="263654" cy="308076"/>
          </a:xfrm>
          <a:prstGeom prst="rect">
            <a:avLst/>
          </a:prstGeom>
        </p:spPr>
      </p:pic>
      <p:pic>
        <p:nvPicPr>
          <p:cNvPr id="177" name="Graphic 176">
            <a:extLst>
              <a:ext uri="{FF2B5EF4-FFF2-40B4-BE49-F238E27FC236}">
                <a16:creationId xmlns:a16="http://schemas.microsoft.com/office/drawing/2014/main" id="{90F95D64-FA65-FDEA-90DB-FCC98313142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0800000">
            <a:off x="4357911" y="3300646"/>
            <a:ext cx="221246" cy="221246"/>
          </a:xfrm>
          <a:prstGeom prst="rect">
            <a:avLst/>
          </a:prstGeom>
        </p:spPr>
      </p:pic>
      <p:pic>
        <p:nvPicPr>
          <p:cNvPr id="178" name="Graphic 177">
            <a:extLst>
              <a:ext uri="{FF2B5EF4-FFF2-40B4-BE49-F238E27FC236}">
                <a16:creationId xmlns:a16="http://schemas.microsoft.com/office/drawing/2014/main" id="{111400E7-7824-F56E-3F68-3E003D05073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0800000">
            <a:off x="4349182" y="2858369"/>
            <a:ext cx="221246" cy="221246"/>
          </a:xfrm>
          <a:prstGeom prst="rect">
            <a:avLst/>
          </a:prstGeom>
        </p:spPr>
      </p:pic>
      <p:cxnSp>
        <p:nvCxnSpPr>
          <p:cNvPr id="182" name="Straight Connector 181">
            <a:extLst>
              <a:ext uri="{FF2B5EF4-FFF2-40B4-BE49-F238E27FC236}">
                <a16:creationId xmlns:a16="http://schemas.microsoft.com/office/drawing/2014/main" id="{72F926CC-7450-5FA0-95DB-F238239A3458}"/>
              </a:ext>
            </a:extLst>
          </p:cNvPr>
          <p:cNvCxnSpPr>
            <a:cxnSpLocks/>
            <a:endCxn id="178" idx="3"/>
          </p:cNvCxnSpPr>
          <p:nvPr/>
        </p:nvCxnSpPr>
        <p:spPr>
          <a:xfrm flipV="1">
            <a:off x="4084909" y="2968992"/>
            <a:ext cx="264273" cy="135695"/>
          </a:xfrm>
          <a:prstGeom prst="line">
            <a:avLst/>
          </a:prstGeom>
          <a:ln>
            <a:solidFill>
              <a:schemeClr val="tx1"/>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91" name="Graphic 190">
            <a:extLst>
              <a:ext uri="{FF2B5EF4-FFF2-40B4-BE49-F238E27FC236}">
                <a16:creationId xmlns:a16="http://schemas.microsoft.com/office/drawing/2014/main" id="{67CB510E-FFEA-4705-11A6-0DCE1F502BB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389023" y="3128942"/>
            <a:ext cx="171450" cy="171450"/>
          </a:xfrm>
          <a:prstGeom prst="rect">
            <a:avLst/>
          </a:prstGeom>
        </p:spPr>
      </p:pic>
      <p:pic>
        <p:nvPicPr>
          <p:cNvPr id="192" name="Graphic 191">
            <a:extLst>
              <a:ext uri="{FF2B5EF4-FFF2-40B4-BE49-F238E27FC236}">
                <a16:creationId xmlns:a16="http://schemas.microsoft.com/office/drawing/2014/main" id="{5DEC3779-5C73-647A-C983-DEF2D422668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399966" y="2677913"/>
            <a:ext cx="171450" cy="171450"/>
          </a:xfrm>
          <a:prstGeom prst="rect">
            <a:avLst/>
          </a:prstGeom>
        </p:spPr>
      </p:pic>
      <p:pic>
        <p:nvPicPr>
          <p:cNvPr id="200" name="Graphic 199">
            <a:extLst>
              <a:ext uri="{FF2B5EF4-FFF2-40B4-BE49-F238E27FC236}">
                <a16:creationId xmlns:a16="http://schemas.microsoft.com/office/drawing/2014/main" id="{9F1B24F9-51E4-390F-96A8-B698015508D9}"/>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616812" y="2066480"/>
            <a:ext cx="171450" cy="171450"/>
          </a:xfrm>
          <a:prstGeom prst="rect">
            <a:avLst/>
          </a:prstGeom>
        </p:spPr>
      </p:pic>
      <p:sp>
        <p:nvSpPr>
          <p:cNvPr id="201" name="TextBox 200">
            <a:extLst>
              <a:ext uri="{FF2B5EF4-FFF2-40B4-BE49-F238E27FC236}">
                <a16:creationId xmlns:a16="http://schemas.microsoft.com/office/drawing/2014/main" id="{D60091CE-F1FF-0A5B-EBE9-14B3B8D8DC4E}"/>
              </a:ext>
            </a:extLst>
          </p:cNvPr>
          <p:cNvSpPr txBox="1"/>
          <p:nvPr/>
        </p:nvSpPr>
        <p:spPr>
          <a:xfrm>
            <a:off x="6472473" y="608777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202" name="TextBox 201">
            <a:extLst>
              <a:ext uri="{FF2B5EF4-FFF2-40B4-BE49-F238E27FC236}">
                <a16:creationId xmlns:a16="http://schemas.microsoft.com/office/drawing/2014/main" id="{9CBD3804-3ADC-AAEA-7CE7-FD381BED6457}"/>
              </a:ext>
            </a:extLst>
          </p:cNvPr>
          <p:cNvSpPr txBox="1"/>
          <p:nvPr/>
        </p:nvSpPr>
        <p:spPr>
          <a:xfrm>
            <a:off x="7684048" y="608777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203" name="TextBox 202">
            <a:extLst>
              <a:ext uri="{FF2B5EF4-FFF2-40B4-BE49-F238E27FC236}">
                <a16:creationId xmlns:a16="http://schemas.microsoft.com/office/drawing/2014/main" id="{E6AE356D-5467-949B-912D-24AFB0A41556}"/>
              </a:ext>
            </a:extLst>
          </p:cNvPr>
          <p:cNvSpPr txBox="1"/>
          <p:nvPr/>
        </p:nvSpPr>
        <p:spPr>
          <a:xfrm>
            <a:off x="5071634" y="614270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205" name="Graphic 204">
            <a:extLst>
              <a:ext uri="{FF2B5EF4-FFF2-40B4-BE49-F238E27FC236}">
                <a16:creationId xmlns:a16="http://schemas.microsoft.com/office/drawing/2014/main" id="{8A693C85-3660-C106-4213-324C36E1E15B}"/>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792202" y="5541377"/>
            <a:ext cx="430887" cy="430887"/>
          </a:xfrm>
          <a:prstGeom prst="rect">
            <a:avLst/>
          </a:prstGeom>
        </p:spPr>
      </p:pic>
      <p:sp>
        <p:nvSpPr>
          <p:cNvPr id="206" name="TextBox 205">
            <a:extLst>
              <a:ext uri="{FF2B5EF4-FFF2-40B4-BE49-F238E27FC236}">
                <a16:creationId xmlns:a16="http://schemas.microsoft.com/office/drawing/2014/main" id="{ED3EF320-9601-4F10-BA72-110101A7741E}"/>
              </a:ext>
            </a:extLst>
          </p:cNvPr>
          <p:cNvSpPr txBox="1"/>
          <p:nvPr/>
        </p:nvSpPr>
        <p:spPr>
          <a:xfrm>
            <a:off x="5584354" y="553062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207" name="Graphic 206">
            <a:extLst>
              <a:ext uri="{FF2B5EF4-FFF2-40B4-BE49-F238E27FC236}">
                <a16:creationId xmlns:a16="http://schemas.microsoft.com/office/drawing/2014/main" id="{35482FE5-4B4A-3B90-6774-96A1262F7859}"/>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430563" y="5524481"/>
            <a:ext cx="428342" cy="428342"/>
          </a:xfrm>
          <a:prstGeom prst="rect">
            <a:avLst/>
          </a:prstGeom>
        </p:spPr>
      </p:pic>
      <p:sp>
        <p:nvSpPr>
          <p:cNvPr id="208" name="TextBox 207">
            <a:extLst>
              <a:ext uri="{FF2B5EF4-FFF2-40B4-BE49-F238E27FC236}">
                <a16:creationId xmlns:a16="http://schemas.microsoft.com/office/drawing/2014/main" id="{63F7290A-A300-912B-18A0-CBB6793F8A7B}"/>
              </a:ext>
            </a:extLst>
          </p:cNvPr>
          <p:cNvSpPr txBox="1"/>
          <p:nvPr/>
        </p:nvSpPr>
        <p:spPr>
          <a:xfrm>
            <a:off x="7834186" y="553434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209" name="Graphic 208">
            <a:extLst>
              <a:ext uri="{FF2B5EF4-FFF2-40B4-BE49-F238E27FC236}">
                <a16:creationId xmlns:a16="http://schemas.microsoft.com/office/drawing/2014/main" id="{563CAA79-23A4-3C3B-666A-93064B9410D9}"/>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337469" y="5511761"/>
            <a:ext cx="428342" cy="428342"/>
          </a:xfrm>
          <a:prstGeom prst="rect">
            <a:avLst/>
          </a:prstGeom>
        </p:spPr>
      </p:pic>
      <p:sp>
        <p:nvSpPr>
          <p:cNvPr id="210" name="TextBox 209">
            <a:extLst>
              <a:ext uri="{FF2B5EF4-FFF2-40B4-BE49-F238E27FC236}">
                <a16:creationId xmlns:a16="http://schemas.microsoft.com/office/drawing/2014/main" id="{46F1811F-A6CF-4EB6-7654-63B2908E06A9}"/>
              </a:ext>
            </a:extLst>
          </p:cNvPr>
          <p:cNvSpPr txBox="1"/>
          <p:nvPr/>
        </p:nvSpPr>
        <p:spPr>
          <a:xfrm>
            <a:off x="6736845" y="556437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222" name="Graphic 221">
            <a:extLst>
              <a:ext uri="{FF2B5EF4-FFF2-40B4-BE49-F238E27FC236}">
                <a16:creationId xmlns:a16="http://schemas.microsoft.com/office/drawing/2014/main" id="{89DE9312-745D-BEE5-6841-9D409A5DC5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90468" y="5529352"/>
            <a:ext cx="440399" cy="440399"/>
          </a:xfrm>
          <a:prstGeom prst="rect">
            <a:avLst/>
          </a:prstGeom>
        </p:spPr>
      </p:pic>
      <p:sp>
        <p:nvSpPr>
          <p:cNvPr id="223" name="TextBox 222">
            <a:extLst>
              <a:ext uri="{FF2B5EF4-FFF2-40B4-BE49-F238E27FC236}">
                <a16:creationId xmlns:a16="http://schemas.microsoft.com/office/drawing/2014/main" id="{E721BA00-01CA-416D-D798-A2F1777F19F6}"/>
              </a:ext>
            </a:extLst>
          </p:cNvPr>
          <p:cNvSpPr txBox="1"/>
          <p:nvPr/>
        </p:nvSpPr>
        <p:spPr>
          <a:xfrm>
            <a:off x="5173942" y="554084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224" name="Straight Connector 223">
            <a:extLst>
              <a:ext uri="{FF2B5EF4-FFF2-40B4-BE49-F238E27FC236}">
                <a16:creationId xmlns:a16="http://schemas.microsoft.com/office/drawing/2014/main" id="{5D953C2D-4188-8076-5270-844AE20A08B4}"/>
              </a:ext>
            </a:extLst>
          </p:cNvPr>
          <p:cNvCxnSpPr>
            <a:cxnSpLocks/>
          </p:cNvCxnSpPr>
          <p:nvPr/>
        </p:nvCxnSpPr>
        <p:spPr>
          <a:xfrm>
            <a:off x="5761396" y="550334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226" name="TextBox 225">
            <a:extLst>
              <a:ext uri="{FF2B5EF4-FFF2-40B4-BE49-F238E27FC236}">
                <a16:creationId xmlns:a16="http://schemas.microsoft.com/office/drawing/2014/main" id="{14AC3758-834E-D4B6-8464-3C70B252A85A}"/>
              </a:ext>
            </a:extLst>
          </p:cNvPr>
          <p:cNvSpPr txBox="1"/>
          <p:nvPr/>
        </p:nvSpPr>
        <p:spPr>
          <a:xfrm>
            <a:off x="5379146" y="610855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230" name="Graphic 229">
            <a:extLst>
              <a:ext uri="{FF2B5EF4-FFF2-40B4-BE49-F238E27FC236}">
                <a16:creationId xmlns:a16="http://schemas.microsoft.com/office/drawing/2014/main" id="{B3653574-A45A-0095-B94F-C8D37C70AF14}"/>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047470" y="6079042"/>
            <a:ext cx="432499" cy="457940"/>
          </a:xfrm>
          <a:prstGeom prst="rect">
            <a:avLst/>
          </a:prstGeom>
        </p:spPr>
      </p:pic>
      <p:pic>
        <p:nvPicPr>
          <p:cNvPr id="231" name="Graphic 230">
            <a:extLst>
              <a:ext uri="{FF2B5EF4-FFF2-40B4-BE49-F238E27FC236}">
                <a16:creationId xmlns:a16="http://schemas.microsoft.com/office/drawing/2014/main" id="{E615D494-BECD-8A74-4906-A323FD9EC5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65453" y="6087778"/>
            <a:ext cx="389292" cy="389292"/>
          </a:xfrm>
          <a:prstGeom prst="rect">
            <a:avLst/>
          </a:prstGeom>
        </p:spPr>
      </p:pic>
      <p:sp>
        <p:nvSpPr>
          <p:cNvPr id="232" name="Rectangle 231">
            <a:extLst>
              <a:ext uri="{FF2B5EF4-FFF2-40B4-BE49-F238E27FC236}">
                <a16:creationId xmlns:a16="http://schemas.microsoft.com/office/drawing/2014/main" id="{A8697F38-98DD-668A-E833-EA5F3EA9C3D3}"/>
              </a:ext>
            </a:extLst>
          </p:cNvPr>
          <p:cNvSpPr/>
          <p:nvPr/>
        </p:nvSpPr>
        <p:spPr>
          <a:xfrm>
            <a:off x="2280627" y="5412578"/>
            <a:ext cx="6891653"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233" name="TextBox 232">
            <a:extLst>
              <a:ext uri="{FF2B5EF4-FFF2-40B4-BE49-F238E27FC236}">
                <a16:creationId xmlns:a16="http://schemas.microsoft.com/office/drawing/2014/main" id="{0FDC551B-E99D-312B-FE28-2B9EE6D5EBB4}"/>
              </a:ext>
            </a:extLst>
          </p:cNvPr>
          <p:cNvSpPr txBox="1"/>
          <p:nvPr/>
        </p:nvSpPr>
        <p:spPr>
          <a:xfrm>
            <a:off x="6198908" y="577401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234" name="TextBox 233">
            <a:extLst>
              <a:ext uri="{FF2B5EF4-FFF2-40B4-BE49-F238E27FC236}">
                <a16:creationId xmlns:a16="http://schemas.microsoft.com/office/drawing/2014/main" id="{C5A2847C-5F9D-AC27-66CC-F9D99C623FEA}"/>
              </a:ext>
            </a:extLst>
          </p:cNvPr>
          <p:cNvSpPr txBox="1"/>
          <p:nvPr/>
        </p:nvSpPr>
        <p:spPr>
          <a:xfrm>
            <a:off x="7767970" y="606345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235" name="Graphic 234">
            <a:extLst>
              <a:ext uri="{FF2B5EF4-FFF2-40B4-BE49-F238E27FC236}">
                <a16:creationId xmlns:a16="http://schemas.microsoft.com/office/drawing/2014/main" id="{9BE36EC5-45E1-2705-09AD-DC5BC37EA864}"/>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035214" y="6179787"/>
            <a:ext cx="242454" cy="242454"/>
          </a:xfrm>
          <a:prstGeom prst="rect">
            <a:avLst/>
          </a:prstGeom>
        </p:spPr>
      </p:pic>
      <p:sp>
        <p:nvSpPr>
          <p:cNvPr id="236" name="TextBox 235">
            <a:extLst>
              <a:ext uri="{FF2B5EF4-FFF2-40B4-BE49-F238E27FC236}">
                <a16:creationId xmlns:a16="http://schemas.microsoft.com/office/drawing/2014/main" id="{CA828628-6865-C1B6-5991-D623D7D7BEEC}"/>
              </a:ext>
            </a:extLst>
          </p:cNvPr>
          <p:cNvSpPr txBox="1"/>
          <p:nvPr/>
        </p:nvSpPr>
        <p:spPr>
          <a:xfrm>
            <a:off x="6229494" y="619607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245" name="TextBox 244">
            <a:extLst>
              <a:ext uri="{FF2B5EF4-FFF2-40B4-BE49-F238E27FC236}">
                <a16:creationId xmlns:a16="http://schemas.microsoft.com/office/drawing/2014/main" id="{13DF16F8-7888-63B0-CF63-6336DBB35805}"/>
              </a:ext>
            </a:extLst>
          </p:cNvPr>
          <p:cNvSpPr txBox="1"/>
          <p:nvPr/>
        </p:nvSpPr>
        <p:spPr>
          <a:xfrm>
            <a:off x="8724080" y="566214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46" name="Group 245">
            <a:extLst>
              <a:ext uri="{FF2B5EF4-FFF2-40B4-BE49-F238E27FC236}">
                <a16:creationId xmlns:a16="http://schemas.microsoft.com/office/drawing/2014/main" id="{15CCACF7-1A9D-3853-9214-F92530E1034B}"/>
              </a:ext>
            </a:extLst>
          </p:cNvPr>
          <p:cNvGrpSpPr/>
          <p:nvPr/>
        </p:nvGrpSpPr>
        <p:grpSpPr>
          <a:xfrm>
            <a:off x="7582169" y="5604735"/>
            <a:ext cx="970287" cy="342963"/>
            <a:chOff x="6998544" y="5436915"/>
            <a:chExt cx="970287" cy="342963"/>
          </a:xfrm>
        </p:grpSpPr>
        <p:pic>
          <p:nvPicPr>
            <p:cNvPr id="247" name="Graphic 246">
              <a:extLst>
                <a:ext uri="{FF2B5EF4-FFF2-40B4-BE49-F238E27FC236}">
                  <a16:creationId xmlns:a16="http://schemas.microsoft.com/office/drawing/2014/main" id="{A3BFF9F5-7B22-D97B-6E90-A40428B7C1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248" name="TextBox 247">
              <a:extLst>
                <a:ext uri="{FF2B5EF4-FFF2-40B4-BE49-F238E27FC236}">
                  <a16:creationId xmlns:a16="http://schemas.microsoft.com/office/drawing/2014/main" id="{F8B17A1E-5FD2-3574-84DE-A41ECD2E468E}"/>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249" name="Graphic 248">
            <a:extLst>
              <a:ext uri="{FF2B5EF4-FFF2-40B4-BE49-F238E27FC236}">
                <a16:creationId xmlns:a16="http://schemas.microsoft.com/office/drawing/2014/main" id="{ED71B56D-2152-16B7-1D12-8E0FFC829CC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3417" y="6180097"/>
            <a:ext cx="247981" cy="247981"/>
          </a:xfrm>
          <a:prstGeom prst="rect">
            <a:avLst/>
          </a:prstGeom>
        </p:spPr>
      </p:pic>
      <p:pic>
        <p:nvPicPr>
          <p:cNvPr id="250" name="Picture 249">
            <a:extLst>
              <a:ext uri="{FF2B5EF4-FFF2-40B4-BE49-F238E27FC236}">
                <a16:creationId xmlns:a16="http://schemas.microsoft.com/office/drawing/2014/main" id="{4C425503-FB12-55C7-8AFC-1E8FE4E3BC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9385" y="5655676"/>
            <a:ext cx="286533" cy="286533"/>
          </a:xfrm>
          <a:prstGeom prst="rect">
            <a:avLst/>
          </a:prstGeom>
        </p:spPr>
      </p:pic>
      <p:sp>
        <p:nvSpPr>
          <p:cNvPr id="251" name="TextBox 250">
            <a:extLst>
              <a:ext uri="{FF2B5EF4-FFF2-40B4-BE49-F238E27FC236}">
                <a16:creationId xmlns:a16="http://schemas.microsoft.com/office/drawing/2014/main" id="{BAE3E9B9-A179-C281-B9C1-C83D021AA4DC}"/>
              </a:ext>
            </a:extLst>
          </p:cNvPr>
          <p:cNvSpPr txBox="1"/>
          <p:nvPr/>
        </p:nvSpPr>
        <p:spPr>
          <a:xfrm>
            <a:off x="5466219" y="609817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VPN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Gateway</a:t>
            </a:r>
          </a:p>
        </p:txBody>
      </p:sp>
      <p:pic>
        <p:nvPicPr>
          <p:cNvPr id="252" name="Graphic 251">
            <a:extLst>
              <a:ext uri="{FF2B5EF4-FFF2-40B4-BE49-F238E27FC236}">
                <a16:creationId xmlns:a16="http://schemas.microsoft.com/office/drawing/2014/main" id="{945B691A-5AE4-782E-C11D-3CD33AF32E5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88897" y="5716894"/>
            <a:ext cx="274831" cy="274831"/>
          </a:xfrm>
          <a:prstGeom prst="rect">
            <a:avLst/>
          </a:prstGeom>
        </p:spPr>
      </p:pic>
      <p:pic>
        <p:nvPicPr>
          <p:cNvPr id="253" name="Graphic 252">
            <a:extLst>
              <a:ext uri="{FF2B5EF4-FFF2-40B4-BE49-F238E27FC236}">
                <a16:creationId xmlns:a16="http://schemas.microsoft.com/office/drawing/2014/main" id="{C6AE00DC-9DDF-8E56-539A-81A740207EC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092228" y="5711358"/>
            <a:ext cx="257701" cy="257701"/>
          </a:xfrm>
          <a:prstGeom prst="rect">
            <a:avLst/>
          </a:prstGeom>
        </p:spPr>
      </p:pic>
      <p:sp>
        <p:nvSpPr>
          <p:cNvPr id="254" name="TextBox 253">
            <a:extLst>
              <a:ext uri="{FF2B5EF4-FFF2-40B4-BE49-F238E27FC236}">
                <a16:creationId xmlns:a16="http://schemas.microsoft.com/office/drawing/2014/main" id="{A188045E-D4D4-FD34-93A8-8255A5CD5E77}"/>
              </a:ext>
            </a:extLst>
          </p:cNvPr>
          <p:cNvSpPr txBox="1"/>
          <p:nvPr/>
        </p:nvSpPr>
        <p:spPr>
          <a:xfrm>
            <a:off x="5444744" y="570421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255" name="Picture 254">
            <a:extLst>
              <a:ext uri="{FF2B5EF4-FFF2-40B4-BE49-F238E27FC236}">
                <a16:creationId xmlns:a16="http://schemas.microsoft.com/office/drawing/2014/main" id="{9ECF4F98-E97F-9CFD-B083-913DBEFE5A6F}"/>
              </a:ext>
            </a:extLst>
          </p:cNvPr>
          <p:cNvPicPr>
            <a:picLocks noChangeAspect="1"/>
          </p:cNvPicPr>
          <p:nvPr/>
        </p:nvPicPr>
        <p:blipFill>
          <a:blip r:embed="rId11"/>
          <a:stretch>
            <a:fillRect/>
          </a:stretch>
        </p:blipFill>
        <p:spPr>
          <a:xfrm>
            <a:off x="4195095" y="6078591"/>
            <a:ext cx="318290" cy="302376"/>
          </a:xfrm>
          <a:prstGeom prst="rect">
            <a:avLst/>
          </a:prstGeom>
        </p:spPr>
      </p:pic>
      <p:sp>
        <p:nvSpPr>
          <p:cNvPr id="256" name="TextBox 255">
            <a:extLst>
              <a:ext uri="{FF2B5EF4-FFF2-40B4-BE49-F238E27FC236}">
                <a16:creationId xmlns:a16="http://schemas.microsoft.com/office/drawing/2014/main" id="{0D0C29F9-B4EB-318F-6467-7D3C545C1C9C}"/>
              </a:ext>
            </a:extLst>
          </p:cNvPr>
          <p:cNvSpPr txBox="1"/>
          <p:nvPr/>
        </p:nvSpPr>
        <p:spPr>
          <a:xfrm>
            <a:off x="4447791" y="606897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257" name="TextBox 256">
            <a:extLst>
              <a:ext uri="{FF2B5EF4-FFF2-40B4-BE49-F238E27FC236}">
                <a16:creationId xmlns:a16="http://schemas.microsoft.com/office/drawing/2014/main" id="{76C505C7-9E40-90E5-BE48-6A0C80508AF0}"/>
              </a:ext>
            </a:extLst>
          </p:cNvPr>
          <p:cNvSpPr txBox="1"/>
          <p:nvPr/>
        </p:nvSpPr>
        <p:spPr>
          <a:xfrm>
            <a:off x="4455524" y="570830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258" name="Graphic 257">
            <a:extLst>
              <a:ext uri="{FF2B5EF4-FFF2-40B4-BE49-F238E27FC236}">
                <a16:creationId xmlns:a16="http://schemas.microsoft.com/office/drawing/2014/main" id="{D29D6450-17C4-7272-5A04-8518F75BA4D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206366" y="5721947"/>
            <a:ext cx="300461" cy="300461"/>
          </a:xfrm>
          <a:prstGeom prst="rect">
            <a:avLst/>
          </a:prstGeom>
        </p:spPr>
      </p:pic>
      <p:sp>
        <p:nvSpPr>
          <p:cNvPr id="259" name="TextBox 258">
            <a:extLst>
              <a:ext uri="{FF2B5EF4-FFF2-40B4-BE49-F238E27FC236}">
                <a16:creationId xmlns:a16="http://schemas.microsoft.com/office/drawing/2014/main" id="{1B8E2921-AAD6-69FA-4918-5BF10FB98D16}"/>
              </a:ext>
            </a:extLst>
          </p:cNvPr>
          <p:cNvSpPr txBox="1"/>
          <p:nvPr/>
        </p:nvSpPr>
        <p:spPr>
          <a:xfrm>
            <a:off x="7027466" y="606790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260" name="Graphic 259">
            <a:extLst>
              <a:ext uri="{FF2B5EF4-FFF2-40B4-BE49-F238E27FC236}">
                <a16:creationId xmlns:a16="http://schemas.microsoft.com/office/drawing/2014/main" id="{7AF894A0-1D3D-2B2F-A7B6-2E0197C434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95208" y="6151177"/>
            <a:ext cx="290573" cy="290573"/>
          </a:xfrm>
          <a:prstGeom prst="rect">
            <a:avLst/>
          </a:prstGeom>
        </p:spPr>
      </p:pic>
      <p:pic>
        <p:nvPicPr>
          <p:cNvPr id="261" name="Graphic 260">
            <a:extLst>
              <a:ext uri="{FF2B5EF4-FFF2-40B4-BE49-F238E27FC236}">
                <a16:creationId xmlns:a16="http://schemas.microsoft.com/office/drawing/2014/main" id="{879A43E6-03B5-FD88-4FF3-A8C77D078DF8}"/>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3397877" y="5754506"/>
            <a:ext cx="282546" cy="282546"/>
          </a:xfrm>
          <a:prstGeom prst="rect">
            <a:avLst/>
          </a:prstGeom>
        </p:spPr>
      </p:pic>
      <p:sp>
        <p:nvSpPr>
          <p:cNvPr id="262" name="TextBox 261">
            <a:extLst>
              <a:ext uri="{FF2B5EF4-FFF2-40B4-BE49-F238E27FC236}">
                <a16:creationId xmlns:a16="http://schemas.microsoft.com/office/drawing/2014/main" id="{14C16FB6-4E98-ABB7-DCA4-1DA518D80DD7}"/>
              </a:ext>
            </a:extLst>
          </p:cNvPr>
          <p:cNvSpPr txBox="1"/>
          <p:nvPr/>
        </p:nvSpPr>
        <p:spPr>
          <a:xfrm>
            <a:off x="3638447" y="578944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263" name="Graphic 262">
            <a:extLst>
              <a:ext uri="{FF2B5EF4-FFF2-40B4-BE49-F238E27FC236}">
                <a16:creationId xmlns:a16="http://schemas.microsoft.com/office/drawing/2014/main" id="{D7047D1A-8B30-DB0B-B583-EB680E302D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22167" y="6103299"/>
            <a:ext cx="263654" cy="308076"/>
          </a:xfrm>
          <a:prstGeom prst="rect">
            <a:avLst/>
          </a:prstGeom>
        </p:spPr>
      </p:pic>
      <p:sp>
        <p:nvSpPr>
          <p:cNvPr id="264" name="TextBox 263">
            <a:extLst>
              <a:ext uri="{FF2B5EF4-FFF2-40B4-BE49-F238E27FC236}">
                <a16:creationId xmlns:a16="http://schemas.microsoft.com/office/drawing/2014/main" id="{FFFE135B-C81F-0E61-A7F2-860353361C3D}"/>
              </a:ext>
            </a:extLst>
          </p:cNvPr>
          <p:cNvSpPr txBox="1"/>
          <p:nvPr/>
        </p:nvSpPr>
        <p:spPr>
          <a:xfrm>
            <a:off x="2651742" y="6014086"/>
            <a:ext cx="101696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VPN Gateway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265" name="Graphic 264">
            <a:extLst>
              <a:ext uri="{FF2B5EF4-FFF2-40B4-BE49-F238E27FC236}">
                <a16:creationId xmlns:a16="http://schemas.microsoft.com/office/drawing/2014/main" id="{06837C46-BB1D-3A53-6A9B-7E4986D470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04228" y="5652130"/>
            <a:ext cx="351904" cy="351904"/>
          </a:xfrm>
          <a:prstGeom prst="rect">
            <a:avLst/>
          </a:prstGeom>
        </p:spPr>
      </p:pic>
      <p:sp>
        <p:nvSpPr>
          <p:cNvPr id="266" name="TextBox 265">
            <a:extLst>
              <a:ext uri="{FF2B5EF4-FFF2-40B4-BE49-F238E27FC236}">
                <a16:creationId xmlns:a16="http://schemas.microsoft.com/office/drawing/2014/main" id="{AA452C8A-0C8F-8568-2530-583E0A04903D}"/>
              </a:ext>
            </a:extLst>
          </p:cNvPr>
          <p:cNvSpPr txBox="1"/>
          <p:nvPr/>
        </p:nvSpPr>
        <p:spPr>
          <a:xfrm>
            <a:off x="2711399" y="5649588"/>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sp>
        <p:nvSpPr>
          <p:cNvPr id="267" name="TextBox 266">
            <a:extLst>
              <a:ext uri="{FF2B5EF4-FFF2-40B4-BE49-F238E27FC236}">
                <a16:creationId xmlns:a16="http://schemas.microsoft.com/office/drawing/2014/main" id="{088D6D97-A6ED-E7B4-8DEE-667461A31AD6}"/>
              </a:ext>
            </a:extLst>
          </p:cNvPr>
          <p:cNvSpPr txBox="1"/>
          <p:nvPr/>
        </p:nvSpPr>
        <p:spPr>
          <a:xfrm>
            <a:off x="3649072" y="6078285"/>
            <a:ext cx="63942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pic>
        <p:nvPicPr>
          <p:cNvPr id="268" name="Graphic 267">
            <a:extLst>
              <a:ext uri="{FF2B5EF4-FFF2-40B4-BE49-F238E27FC236}">
                <a16:creationId xmlns:a16="http://schemas.microsoft.com/office/drawing/2014/main" id="{C2F2CD40-AB72-3E96-804A-D90F3275159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3395108" y="6093629"/>
            <a:ext cx="298000" cy="298000"/>
          </a:xfrm>
          <a:prstGeom prst="rect">
            <a:avLst/>
          </a:prstGeom>
        </p:spPr>
      </p:pic>
      <p:sp>
        <p:nvSpPr>
          <p:cNvPr id="269" name="Rectangle: Rounded Corners 268">
            <a:extLst>
              <a:ext uri="{FF2B5EF4-FFF2-40B4-BE49-F238E27FC236}">
                <a16:creationId xmlns:a16="http://schemas.microsoft.com/office/drawing/2014/main" id="{3904D7E6-4B0D-55BA-DCA3-915D0F359777}"/>
              </a:ext>
            </a:extLst>
          </p:cNvPr>
          <p:cNvSpPr/>
          <p:nvPr/>
        </p:nvSpPr>
        <p:spPr bwMode="auto">
          <a:xfrm>
            <a:off x="2797285" y="535434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270" name="Graphic 269">
            <a:extLst>
              <a:ext uri="{FF2B5EF4-FFF2-40B4-BE49-F238E27FC236}">
                <a16:creationId xmlns:a16="http://schemas.microsoft.com/office/drawing/2014/main" id="{89B92802-36E5-422A-1F89-BAF3A20BBA72}"/>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5060882" y="6028595"/>
            <a:ext cx="337770" cy="337770"/>
          </a:xfrm>
          <a:prstGeom prst="rect">
            <a:avLst/>
          </a:prstGeom>
        </p:spPr>
      </p:pic>
      <p:pic>
        <p:nvPicPr>
          <p:cNvPr id="271" name="Graphic 270">
            <a:extLst>
              <a:ext uri="{FF2B5EF4-FFF2-40B4-BE49-F238E27FC236}">
                <a16:creationId xmlns:a16="http://schemas.microsoft.com/office/drawing/2014/main" id="{CCCFB05F-F552-7AA2-B4CD-B77C06918E1C}"/>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757943" y="5677697"/>
            <a:ext cx="296391" cy="296391"/>
          </a:xfrm>
          <a:prstGeom prst="rect">
            <a:avLst/>
          </a:prstGeom>
        </p:spPr>
      </p:pic>
      <p:sp>
        <p:nvSpPr>
          <p:cNvPr id="272" name="TextBox 271">
            <a:extLst>
              <a:ext uri="{FF2B5EF4-FFF2-40B4-BE49-F238E27FC236}">
                <a16:creationId xmlns:a16="http://schemas.microsoft.com/office/drawing/2014/main" id="{A9E0267F-FC9A-79B7-9362-D7E5088E3283}"/>
              </a:ext>
            </a:extLst>
          </p:cNvPr>
          <p:cNvSpPr txBox="1"/>
          <p:nvPr/>
        </p:nvSpPr>
        <p:spPr>
          <a:xfrm>
            <a:off x="7007929" y="5627098"/>
            <a:ext cx="83499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Security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5" name="Picture 14">
            <a:extLst>
              <a:ext uri="{FF2B5EF4-FFF2-40B4-BE49-F238E27FC236}">
                <a16:creationId xmlns:a16="http://schemas.microsoft.com/office/drawing/2014/main" id="{12E6D7AB-1099-FE5F-5091-874863BA4876}"/>
              </a:ext>
            </a:extLst>
          </p:cNvPr>
          <p:cNvPicPr>
            <a:picLocks noChangeAspect="1"/>
          </p:cNvPicPr>
          <p:nvPr/>
        </p:nvPicPr>
        <p:blipFill>
          <a:blip r:embed="rId29"/>
          <a:stretch>
            <a:fillRect/>
          </a:stretch>
        </p:blipFill>
        <p:spPr>
          <a:xfrm>
            <a:off x="583146" y="4326691"/>
            <a:ext cx="411911" cy="238158"/>
          </a:xfrm>
          <a:prstGeom prst="rect">
            <a:avLst/>
          </a:prstGeom>
        </p:spPr>
      </p:pic>
      <p:sp>
        <p:nvSpPr>
          <p:cNvPr id="20" name="TextBox 19">
            <a:extLst>
              <a:ext uri="{FF2B5EF4-FFF2-40B4-BE49-F238E27FC236}">
                <a16:creationId xmlns:a16="http://schemas.microsoft.com/office/drawing/2014/main" id="{67EF43F4-37B7-068E-5C20-9ED4F7C7F8D6}"/>
              </a:ext>
            </a:extLst>
          </p:cNvPr>
          <p:cNvSpPr txBox="1"/>
          <p:nvPr/>
        </p:nvSpPr>
        <p:spPr>
          <a:xfrm>
            <a:off x="381000" y="4265994"/>
            <a:ext cx="8152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Open VPN</a:t>
            </a:r>
            <a:b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Client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D996B298-DC1C-3DF5-CCF6-99AEFAD02D7E}"/>
              </a:ext>
            </a:extLst>
          </p:cNvPr>
          <p:cNvSpPr txBox="1"/>
          <p:nvPr/>
        </p:nvSpPr>
        <p:spPr>
          <a:xfrm>
            <a:off x="1040455" y="4879738"/>
            <a:ext cx="8152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SOCKS5 Proxy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815718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B94C2-9990-977B-F27B-D1EB4BEDA8CE}"/>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06095330-E70C-62F3-523D-163299CD1A89}"/>
              </a:ext>
            </a:extLst>
          </p:cNvPr>
          <p:cNvSpPr/>
          <p:nvPr/>
        </p:nvSpPr>
        <p:spPr bwMode="auto">
          <a:xfrm>
            <a:off x="4164047" y="1324496"/>
            <a:ext cx="6327985" cy="3671710"/>
          </a:xfrm>
          <a:prstGeom prst="roundRect">
            <a:avLst/>
          </a:prstGeom>
          <a:solidFill>
            <a:schemeClr val="accent1">
              <a:lumMod val="20000"/>
              <a:lumOff val="80000"/>
            </a:schemeClr>
          </a:solidFill>
          <a:ln>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1223C6E3-3241-7454-F86F-C6161570F4EE}"/>
              </a:ext>
            </a:extLst>
          </p:cNvPr>
          <p:cNvSpPr>
            <a:spLocks noGrp="1"/>
          </p:cNvSpPr>
          <p:nvPr>
            <p:ph type="title"/>
          </p:nvPr>
        </p:nvSpPr>
        <p:spPr>
          <a:xfrm>
            <a:off x="381000" y="457200"/>
            <a:ext cx="11430000" cy="553998"/>
          </a:xfrm>
        </p:spPr>
        <p:txBody>
          <a:bodyPr/>
          <a:lstStyle/>
          <a:p>
            <a:r>
              <a:rPr lang="en-US" dirty="0">
                <a:cs typeface="Segoe UI"/>
              </a:rPr>
              <a:t>Dev Container Infrastructure</a:t>
            </a:r>
            <a:endParaRPr lang="en-US" dirty="0"/>
          </a:p>
        </p:txBody>
      </p:sp>
      <p:grpSp>
        <p:nvGrpSpPr>
          <p:cNvPr id="8" name="Group 7">
            <a:extLst>
              <a:ext uri="{FF2B5EF4-FFF2-40B4-BE49-F238E27FC236}">
                <a16:creationId xmlns:a16="http://schemas.microsoft.com/office/drawing/2014/main" id="{E0C24B83-3100-091C-AA36-E85D6B2B79A8}"/>
              </a:ext>
            </a:extLst>
          </p:cNvPr>
          <p:cNvGrpSpPr/>
          <p:nvPr/>
        </p:nvGrpSpPr>
        <p:grpSpPr>
          <a:xfrm>
            <a:off x="5950044" y="5228581"/>
            <a:ext cx="1823558" cy="1130969"/>
            <a:chOff x="199561" y="3976951"/>
            <a:chExt cx="1823558" cy="1130969"/>
          </a:xfrm>
        </p:grpSpPr>
        <p:pic>
          <p:nvPicPr>
            <p:cNvPr id="344" name="Picture 343">
              <a:extLst>
                <a:ext uri="{FF2B5EF4-FFF2-40B4-BE49-F238E27FC236}">
                  <a16:creationId xmlns:a16="http://schemas.microsoft.com/office/drawing/2014/main" id="{69F040F8-8019-F0CD-39D4-751E40623264}"/>
                </a:ext>
              </a:extLst>
            </p:cNvPr>
            <p:cNvPicPr>
              <a:picLocks noChangeAspect="1"/>
            </p:cNvPicPr>
            <p:nvPr/>
          </p:nvPicPr>
          <p:blipFill>
            <a:blip r:embed="rId3"/>
            <a:stretch>
              <a:fillRect/>
            </a:stretch>
          </p:blipFill>
          <p:spPr>
            <a:xfrm>
              <a:off x="199561" y="4038407"/>
              <a:ext cx="1823558" cy="1069513"/>
            </a:xfrm>
            <a:prstGeom prst="rect">
              <a:avLst/>
            </a:prstGeom>
          </p:spPr>
        </p:pic>
        <p:pic>
          <p:nvPicPr>
            <p:cNvPr id="7" name="Picture 6">
              <a:extLst>
                <a:ext uri="{FF2B5EF4-FFF2-40B4-BE49-F238E27FC236}">
                  <a16:creationId xmlns:a16="http://schemas.microsoft.com/office/drawing/2014/main" id="{CC6F152D-3614-E005-66E7-C8710B5FF284}"/>
                </a:ext>
              </a:extLst>
            </p:cNvPr>
            <p:cNvPicPr>
              <a:picLocks noChangeAspect="1"/>
            </p:cNvPicPr>
            <p:nvPr/>
          </p:nvPicPr>
          <p:blipFill>
            <a:blip r:embed="rId4"/>
            <a:stretch>
              <a:fillRect/>
            </a:stretch>
          </p:blipFill>
          <p:spPr>
            <a:xfrm>
              <a:off x="582586" y="3976951"/>
              <a:ext cx="450813" cy="562630"/>
            </a:xfrm>
            <a:prstGeom prst="rect">
              <a:avLst/>
            </a:prstGeom>
          </p:spPr>
        </p:pic>
      </p:grpSp>
      <p:sp>
        <p:nvSpPr>
          <p:cNvPr id="202" name="Rectangle: Rounded Corners 201">
            <a:extLst>
              <a:ext uri="{FF2B5EF4-FFF2-40B4-BE49-F238E27FC236}">
                <a16:creationId xmlns:a16="http://schemas.microsoft.com/office/drawing/2014/main" id="{A4AE3456-0B50-28E6-5CE3-E5E8E00B7E86}"/>
              </a:ext>
            </a:extLst>
          </p:cNvPr>
          <p:cNvSpPr/>
          <p:nvPr/>
        </p:nvSpPr>
        <p:spPr bwMode="auto">
          <a:xfrm>
            <a:off x="4401248" y="1991983"/>
            <a:ext cx="3256513" cy="1910713"/>
          </a:xfrm>
          <a:prstGeom prst="roundRect">
            <a:avLst/>
          </a:prstGeom>
          <a:solidFill>
            <a:schemeClr val="accent1">
              <a:lumMod val="20000"/>
              <a:lumOff val="80000"/>
            </a:schemeClr>
          </a:solidFill>
          <a:ln>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6" name="Rectangle: Rounded Corners 205">
            <a:extLst>
              <a:ext uri="{FF2B5EF4-FFF2-40B4-BE49-F238E27FC236}">
                <a16:creationId xmlns:a16="http://schemas.microsoft.com/office/drawing/2014/main" id="{91299618-8102-DE51-269A-D58BB0233C4F}"/>
              </a:ext>
            </a:extLst>
          </p:cNvPr>
          <p:cNvSpPr/>
          <p:nvPr/>
        </p:nvSpPr>
        <p:spPr bwMode="auto">
          <a:xfrm>
            <a:off x="4502224" y="3333174"/>
            <a:ext cx="2871774" cy="394528"/>
          </a:xfrm>
          <a:prstGeom prst="roundRect">
            <a:avLst/>
          </a:prstGeom>
          <a:solidFill>
            <a:schemeClr val="accent1">
              <a:lumMod val="40000"/>
              <a:lumOff val="60000"/>
            </a:schemeClr>
          </a:solidFill>
          <a:ln>
            <a:solidFill>
              <a:schemeClr val="accent1"/>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800" dirty="0" err="1">
              <a:solidFill>
                <a:srgbClr val="FFFFFF"/>
              </a:solidFill>
              <a:ea typeface="Segoe UI" pitchFamily="34" charset="0"/>
              <a:cs typeface="Segoe UI" pitchFamily="34" charset="0"/>
            </a:endParaRPr>
          </a:p>
        </p:txBody>
      </p:sp>
      <p:sp>
        <p:nvSpPr>
          <p:cNvPr id="207" name="TextBox 206">
            <a:extLst>
              <a:ext uri="{FF2B5EF4-FFF2-40B4-BE49-F238E27FC236}">
                <a16:creationId xmlns:a16="http://schemas.microsoft.com/office/drawing/2014/main" id="{FFF2BAC4-D963-02B6-AF22-C7F7186D3FA5}"/>
              </a:ext>
            </a:extLst>
          </p:cNvPr>
          <p:cNvSpPr txBox="1"/>
          <p:nvPr/>
        </p:nvSpPr>
        <p:spPr>
          <a:xfrm>
            <a:off x="4623550" y="2068000"/>
            <a:ext cx="1894387" cy="461665"/>
          </a:xfrm>
          <a:prstGeom prst="rect">
            <a:avLst/>
          </a:prstGeom>
          <a:noFill/>
        </p:spPr>
        <p:txBody>
          <a:bodyPr wrap="square" rtlCol="0">
            <a:spAutoFit/>
          </a:bodyPr>
          <a:lstStyle/>
          <a:p>
            <a:r>
              <a:rPr lang="en-US" sz="800" dirty="0" err="1"/>
              <a:t>openvpn</a:t>
            </a:r>
            <a:r>
              <a:rPr lang="en-US" sz="800" dirty="0"/>
              <a:t> --config ${</a:t>
            </a:r>
            <a:r>
              <a:rPr lang="en-US" sz="800" dirty="0" err="1"/>
              <a:t>workspaceFolder</a:t>
            </a:r>
            <a:r>
              <a:rPr lang="en-US" sz="800" dirty="0"/>
              <a:t>}/clientuser1.ovpn</a:t>
            </a:r>
            <a:br>
              <a:rPr lang="en-US" sz="800" dirty="0"/>
            </a:br>
            <a:r>
              <a:rPr lang="en-US" sz="800" dirty="0"/>
              <a:t>VPN Client</a:t>
            </a:r>
          </a:p>
        </p:txBody>
      </p:sp>
      <p:sp>
        <p:nvSpPr>
          <p:cNvPr id="211" name="TextBox 210">
            <a:extLst>
              <a:ext uri="{FF2B5EF4-FFF2-40B4-BE49-F238E27FC236}">
                <a16:creationId xmlns:a16="http://schemas.microsoft.com/office/drawing/2014/main" id="{90F1AC19-B5E3-CEC5-CF9D-18C036D1A12D}"/>
              </a:ext>
            </a:extLst>
          </p:cNvPr>
          <p:cNvSpPr txBox="1"/>
          <p:nvPr/>
        </p:nvSpPr>
        <p:spPr>
          <a:xfrm>
            <a:off x="6576323" y="2125142"/>
            <a:ext cx="1324145" cy="461665"/>
          </a:xfrm>
          <a:prstGeom prst="rect">
            <a:avLst/>
          </a:prstGeom>
          <a:noFill/>
        </p:spPr>
        <p:txBody>
          <a:bodyPr wrap="square" rtlCol="0">
            <a:spAutoFit/>
          </a:bodyPr>
          <a:lstStyle/>
          <a:p>
            <a:r>
              <a:rPr lang="en-US" sz="800" dirty="0"/>
              <a:t>start-socks-proxy.sh</a:t>
            </a:r>
            <a:br>
              <a:rPr lang="en-US" sz="800" dirty="0"/>
            </a:br>
            <a:r>
              <a:rPr lang="en-US" sz="800" dirty="0"/>
              <a:t>SOCKS5 PROXY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Localhost:1080</a:t>
            </a:r>
          </a:p>
        </p:txBody>
      </p:sp>
      <p:pic>
        <p:nvPicPr>
          <p:cNvPr id="1026" name="Picture 2" descr="Docker Logo, symbol, meaning, history, PNG, brand">
            <a:extLst>
              <a:ext uri="{FF2B5EF4-FFF2-40B4-BE49-F238E27FC236}">
                <a16:creationId xmlns:a16="http://schemas.microsoft.com/office/drawing/2014/main" id="{4B24F28A-02F0-A1E5-CCA5-7E06E3F0FA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2260" y="3364399"/>
            <a:ext cx="531702" cy="29908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0">
            <a:extLst>
              <a:ext uri="{FF2B5EF4-FFF2-40B4-BE49-F238E27FC236}">
                <a16:creationId xmlns:a16="http://schemas.microsoft.com/office/drawing/2014/main" id="{3F8DB9BB-3203-82DD-CB12-7AD7754DC264}"/>
              </a:ext>
            </a:extLst>
          </p:cNvPr>
          <p:cNvSpPr/>
          <p:nvPr/>
        </p:nvSpPr>
        <p:spPr bwMode="auto">
          <a:xfrm>
            <a:off x="4502224" y="2855024"/>
            <a:ext cx="2871774" cy="394528"/>
          </a:xfrm>
          <a:prstGeom prst="roundRect">
            <a:avLst/>
          </a:prstGeom>
          <a:solidFill>
            <a:schemeClr val="accent1">
              <a:lumMod val="20000"/>
              <a:lumOff val="80000"/>
            </a:schemeClr>
          </a:solidFill>
          <a:ln>
            <a:solidFill>
              <a:schemeClr val="accent1"/>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800" dirty="0" err="1">
              <a:solidFill>
                <a:srgbClr val="FFFFFF"/>
              </a:solidFill>
              <a:ea typeface="Segoe UI" pitchFamily="34" charset="0"/>
              <a:cs typeface="Segoe UI" pitchFamily="34" charset="0"/>
            </a:endParaRPr>
          </a:p>
        </p:txBody>
      </p:sp>
      <p:pic>
        <p:nvPicPr>
          <p:cNvPr id="3" name="Picture 2" descr="Shape, icon&#10;&#10;Description automatically generated">
            <a:extLst>
              <a:ext uri="{FF2B5EF4-FFF2-40B4-BE49-F238E27FC236}">
                <a16:creationId xmlns:a16="http://schemas.microsoft.com/office/drawing/2014/main" id="{84480410-6970-B011-CDCC-2C67B536E9F8}"/>
              </a:ext>
            </a:extLst>
          </p:cNvPr>
          <p:cNvPicPr>
            <a:picLocks noChangeAspect="1"/>
          </p:cNvPicPr>
          <p:nvPr/>
        </p:nvPicPr>
        <p:blipFill>
          <a:blip r:embed="rId6"/>
          <a:stretch>
            <a:fillRect/>
          </a:stretch>
        </p:blipFill>
        <p:spPr>
          <a:xfrm>
            <a:off x="5525173" y="2923141"/>
            <a:ext cx="231191" cy="246186"/>
          </a:xfrm>
          <a:prstGeom prst="rect">
            <a:avLst/>
          </a:prstGeom>
        </p:spPr>
      </p:pic>
      <p:sp>
        <p:nvSpPr>
          <p:cNvPr id="9" name="TextBox 8">
            <a:extLst>
              <a:ext uri="{FF2B5EF4-FFF2-40B4-BE49-F238E27FC236}">
                <a16:creationId xmlns:a16="http://schemas.microsoft.com/office/drawing/2014/main" id="{F052E07E-317C-64E2-2DF4-50FEFC3010FC}"/>
              </a:ext>
            </a:extLst>
          </p:cNvPr>
          <p:cNvSpPr txBox="1"/>
          <p:nvPr/>
        </p:nvSpPr>
        <p:spPr>
          <a:xfrm>
            <a:off x="5762800" y="2949948"/>
            <a:ext cx="8096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Dev container</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5" name="Picture 4" descr="A blue circle with two pencils and brushes&#10;&#10;AI-generated content may be incorrect.">
            <a:extLst>
              <a:ext uri="{FF2B5EF4-FFF2-40B4-BE49-F238E27FC236}">
                <a16:creationId xmlns:a16="http://schemas.microsoft.com/office/drawing/2014/main" id="{7B323455-BE94-A70C-8835-A8CDCA88E2D3}"/>
              </a:ext>
            </a:extLst>
          </p:cNvPr>
          <p:cNvPicPr>
            <a:picLocks noChangeAspect="1"/>
          </p:cNvPicPr>
          <p:nvPr/>
        </p:nvPicPr>
        <p:blipFill>
          <a:blip r:embed="rId7"/>
          <a:stretch>
            <a:fillRect/>
          </a:stretch>
        </p:blipFill>
        <p:spPr>
          <a:xfrm flipH="1">
            <a:off x="4470652" y="2167994"/>
            <a:ext cx="235907" cy="235907"/>
          </a:xfrm>
          <a:prstGeom prst="rect">
            <a:avLst/>
          </a:prstGeom>
        </p:spPr>
      </p:pic>
      <p:pic>
        <p:nvPicPr>
          <p:cNvPr id="10" name="Picture 9" descr="A blue circle with two pencils and brushes&#10;&#10;AI-generated content may be incorrect.">
            <a:extLst>
              <a:ext uri="{FF2B5EF4-FFF2-40B4-BE49-F238E27FC236}">
                <a16:creationId xmlns:a16="http://schemas.microsoft.com/office/drawing/2014/main" id="{E39C3A02-3F96-C7B1-FB6E-191FB48FE9AF}"/>
              </a:ext>
            </a:extLst>
          </p:cNvPr>
          <p:cNvPicPr>
            <a:picLocks noChangeAspect="1"/>
          </p:cNvPicPr>
          <p:nvPr/>
        </p:nvPicPr>
        <p:blipFill>
          <a:blip r:embed="rId7"/>
          <a:stretch>
            <a:fillRect/>
          </a:stretch>
        </p:blipFill>
        <p:spPr>
          <a:xfrm flipH="1">
            <a:off x="6399984" y="2159383"/>
            <a:ext cx="235907" cy="235907"/>
          </a:xfrm>
          <a:prstGeom prst="rect">
            <a:avLst/>
          </a:prstGeom>
        </p:spPr>
      </p:pic>
      <p:pic>
        <p:nvPicPr>
          <p:cNvPr id="12" name="Picture 11" descr="A blue circle with two pencils and brushes&#10;&#10;AI-generated content may be incorrect.">
            <a:extLst>
              <a:ext uri="{FF2B5EF4-FFF2-40B4-BE49-F238E27FC236}">
                <a16:creationId xmlns:a16="http://schemas.microsoft.com/office/drawing/2014/main" id="{9FDDEFF5-2491-4475-0AD8-BD2F1891D36E}"/>
              </a:ext>
            </a:extLst>
          </p:cNvPr>
          <p:cNvPicPr>
            <a:picLocks noChangeAspect="1"/>
          </p:cNvPicPr>
          <p:nvPr/>
        </p:nvPicPr>
        <p:blipFill>
          <a:blip r:embed="rId7"/>
          <a:stretch>
            <a:fillRect/>
          </a:stretch>
        </p:blipFill>
        <p:spPr>
          <a:xfrm flipH="1">
            <a:off x="8432953" y="5279023"/>
            <a:ext cx="235907" cy="235907"/>
          </a:xfrm>
          <a:prstGeom prst="rect">
            <a:avLst/>
          </a:prstGeom>
        </p:spPr>
      </p:pic>
      <p:sp>
        <p:nvSpPr>
          <p:cNvPr id="13" name="TextBox 12">
            <a:extLst>
              <a:ext uri="{FF2B5EF4-FFF2-40B4-BE49-F238E27FC236}">
                <a16:creationId xmlns:a16="http://schemas.microsoft.com/office/drawing/2014/main" id="{D5B796C0-52E5-8D5A-B56F-8BF580A6D6A2}"/>
              </a:ext>
            </a:extLst>
          </p:cNvPr>
          <p:cNvSpPr txBox="1"/>
          <p:nvPr/>
        </p:nvSpPr>
        <p:spPr>
          <a:xfrm>
            <a:off x="8653539" y="5243311"/>
            <a:ext cx="73793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BCF2">
                    <a:lumMod val="50000"/>
                  </a:srgbClr>
                </a:solidFill>
                <a:latin typeface="Segoe UI"/>
              </a:rPr>
              <a:t>Linux Application</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18" name="Rectangle: Rounded Corners 17">
            <a:extLst>
              <a:ext uri="{FF2B5EF4-FFF2-40B4-BE49-F238E27FC236}">
                <a16:creationId xmlns:a16="http://schemas.microsoft.com/office/drawing/2014/main" id="{149BF58D-1563-FA7A-0DB6-969A8765E552}"/>
              </a:ext>
            </a:extLst>
          </p:cNvPr>
          <p:cNvSpPr/>
          <p:nvPr/>
        </p:nvSpPr>
        <p:spPr bwMode="auto">
          <a:xfrm>
            <a:off x="7874578" y="1707974"/>
            <a:ext cx="2400637" cy="971196"/>
          </a:xfrm>
          <a:prstGeom prst="roundRect">
            <a:avLst/>
          </a:prstGeom>
          <a:solidFill>
            <a:schemeClr val="accent1">
              <a:lumMod val="20000"/>
              <a:lumOff val="80000"/>
            </a:schemeClr>
          </a:solidFill>
          <a:ln>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1000" dirty="0">
                <a:solidFill>
                  <a:schemeClr val="accent1"/>
                </a:solidFill>
                <a:ea typeface="Segoe UI" pitchFamily="34" charset="0"/>
                <a:cs typeface="Segoe UI" pitchFamily="34" charset="0"/>
              </a:rPr>
              <a:t>Microsoft Edge</a:t>
            </a:r>
            <a:br>
              <a:rPr lang="fr-FR" sz="1000" dirty="0">
                <a:solidFill>
                  <a:srgbClr val="FFFFFF"/>
                </a:solidFill>
                <a:ea typeface="Segoe UI" pitchFamily="34" charset="0"/>
                <a:cs typeface="Segoe UI" pitchFamily="34" charset="0"/>
              </a:rPr>
            </a:br>
            <a:br>
              <a:rPr lang="fr-FR" sz="1000" dirty="0">
                <a:solidFill>
                  <a:srgbClr val="FFFFFF"/>
                </a:solidFill>
                <a:ea typeface="Segoe UI" pitchFamily="34" charset="0"/>
                <a:cs typeface="Segoe UI" pitchFamily="34" charset="0"/>
              </a:rPr>
            </a:br>
            <a:br>
              <a:rPr lang="fr-FR" sz="1000" dirty="0">
                <a:solidFill>
                  <a:srgbClr val="FFFFFF"/>
                </a:solidFill>
                <a:ea typeface="Segoe UI" pitchFamily="34" charset="0"/>
                <a:cs typeface="Segoe UI" pitchFamily="34" charset="0"/>
              </a:rPr>
            </a:br>
            <a:br>
              <a:rPr lang="fr-FR" sz="1000" dirty="0">
                <a:solidFill>
                  <a:srgbClr val="FFFFFF"/>
                </a:solidFill>
                <a:ea typeface="Segoe UI" pitchFamily="34" charset="0"/>
                <a:cs typeface="Segoe UI" pitchFamily="34" charset="0"/>
              </a:rPr>
            </a:br>
            <a:r>
              <a:rPr lang="en-US" sz="800" dirty="0">
                <a:solidFill>
                  <a:schemeClr val="accent1"/>
                </a:solidFill>
              </a:rPr>
              <a:t>--proxy-server="socks5://localhost:1080”</a:t>
            </a:r>
          </a:p>
          <a:p>
            <a:pPr algn="l" defTabSz="932472" fontAlgn="base">
              <a:spcBef>
                <a:spcPct val="0"/>
              </a:spcBef>
              <a:spcAft>
                <a:spcPct val="0"/>
              </a:spcAft>
            </a:pPr>
            <a:endParaRPr lang="en-US" sz="1000" dirty="0" err="1">
              <a:solidFill>
                <a:srgbClr val="FFFFFF"/>
              </a:solidFill>
              <a:ea typeface="Segoe UI" pitchFamily="34" charset="0"/>
              <a:cs typeface="Segoe UI" pitchFamily="34" charset="0"/>
            </a:endParaRPr>
          </a:p>
        </p:txBody>
      </p:sp>
      <p:pic>
        <p:nvPicPr>
          <p:cNvPr id="15" name="Picture 14" descr="Fichier:Microsoft Edge logo (2019).png — Wikipédia">
            <a:extLst>
              <a:ext uri="{FF2B5EF4-FFF2-40B4-BE49-F238E27FC236}">
                <a16:creationId xmlns:a16="http://schemas.microsoft.com/office/drawing/2014/main" id="{3A15E1BC-4F5C-3E69-7C84-BD0DD9C166B9}"/>
              </a:ext>
            </a:extLst>
          </p:cNvPr>
          <p:cNvPicPr>
            <a:picLocks noChangeAspect="1"/>
          </p:cNvPicPr>
          <p:nvPr/>
        </p:nvPicPr>
        <p:blipFill>
          <a:blip r:embed="rId8"/>
          <a:stretch>
            <a:fillRect/>
          </a:stretch>
        </p:blipFill>
        <p:spPr>
          <a:xfrm>
            <a:off x="9362568" y="1951366"/>
            <a:ext cx="445833" cy="445833"/>
          </a:xfrm>
          <a:prstGeom prst="rect">
            <a:avLst/>
          </a:prstGeom>
        </p:spPr>
      </p:pic>
      <p:sp>
        <p:nvSpPr>
          <p:cNvPr id="20" name="Rectangle: Rounded Corners 19">
            <a:extLst>
              <a:ext uri="{FF2B5EF4-FFF2-40B4-BE49-F238E27FC236}">
                <a16:creationId xmlns:a16="http://schemas.microsoft.com/office/drawing/2014/main" id="{3DE7EAAF-8D17-B86E-F0AC-F6FC3CCA5D1F}"/>
              </a:ext>
            </a:extLst>
          </p:cNvPr>
          <p:cNvSpPr/>
          <p:nvPr/>
        </p:nvSpPr>
        <p:spPr bwMode="auto">
          <a:xfrm>
            <a:off x="7874579" y="2858863"/>
            <a:ext cx="2400638" cy="1043833"/>
          </a:xfrm>
          <a:prstGeom prst="roundRect">
            <a:avLst/>
          </a:prstGeom>
          <a:solidFill>
            <a:schemeClr val="accent1">
              <a:lumMod val="20000"/>
              <a:lumOff val="80000"/>
            </a:schemeClr>
          </a:solidFill>
          <a:ln>
            <a:solidFill>
              <a:schemeClr val="accent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1000" dirty="0">
                <a:solidFill>
                  <a:schemeClr val="accent1"/>
                </a:solidFill>
                <a:ea typeface="Segoe UI" pitchFamily="34" charset="0"/>
                <a:cs typeface="Segoe UI" pitchFamily="34" charset="0"/>
              </a:rPr>
              <a:t>Microsoft Chrome</a:t>
            </a:r>
            <a:br>
              <a:rPr lang="fr-FR" sz="1000" dirty="0">
                <a:solidFill>
                  <a:srgbClr val="FFFFFF"/>
                </a:solidFill>
                <a:ea typeface="Segoe UI" pitchFamily="34" charset="0"/>
                <a:cs typeface="Segoe UI" pitchFamily="34" charset="0"/>
              </a:rPr>
            </a:br>
            <a:br>
              <a:rPr lang="fr-FR" sz="1000" dirty="0">
                <a:solidFill>
                  <a:srgbClr val="FFFFFF"/>
                </a:solidFill>
                <a:ea typeface="Segoe UI" pitchFamily="34" charset="0"/>
                <a:cs typeface="Segoe UI" pitchFamily="34" charset="0"/>
              </a:rPr>
            </a:br>
            <a:br>
              <a:rPr lang="fr-FR" sz="1000" dirty="0">
                <a:solidFill>
                  <a:srgbClr val="FFFFFF"/>
                </a:solidFill>
                <a:ea typeface="Segoe UI" pitchFamily="34" charset="0"/>
                <a:cs typeface="Segoe UI" pitchFamily="34" charset="0"/>
              </a:rPr>
            </a:br>
            <a:br>
              <a:rPr lang="fr-FR" sz="1000" dirty="0">
                <a:solidFill>
                  <a:srgbClr val="FFFFFF"/>
                </a:solidFill>
                <a:ea typeface="Segoe UI" pitchFamily="34" charset="0"/>
                <a:cs typeface="Segoe UI" pitchFamily="34" charset="0"/>
              </a:rPr>
            </a:br>
            <a:r>
              <a:rPr lang="en-US" sz="800" dirty="0">
                <a:solidFill>
                  <a:schemeClr val="accent1"/>
                </a:solidFill>
              </a:rPr>
              <a:t>--proxy-server="socks5://localhost:1080”</a:t>
            </a:r>
          </a:p>
          <a:p>
            <a:pPr algn="l" defTabSz="932472" fontAlgn="base">
              <a:spcBef>
                <a:spcPct val="0"/>
              </a:spcBef>
              <a:spcAft>
                <a:spcPct val="0"/>
              </a:spcAft>
            </a:pPr>
            <a:endParaRPr lang="en-US" sz="1000" dirty="0" err="1">
              <a:solidFill>
                <a:srgbClr val="FFFFFF"/>
              </a:solidFill>
              <a:ea typeface="Segoe UI" pitchFamily="34" charset="0"/>
              <a:cs typeface="Segoe UI" pitchFamily="34" charset="0"/>
            </a:endParaRPr>
          </a:p>
        </p:txBody>
      </p:sp>
      <p:pic>
        <p:nvPicPr>
          <p:cNvPr id="16" name="Picture 15" descr="Fichier:Google Chrome icon (February 2022).svg — Wikipédia">
            <a:extLst>
              <a:ext uri="{FF2B5EF4-FFF2-40B4-BE49-F238E27FC236}">
                <a16:creationId xmlns:a16="http://schemas.microsoft.com/office/drawing/2014/main" id="{547296BC-4658-032E-B30B-38EBD8DBF71D}"/>
              </a:ext>
            </a:extLst>
          </p:cNvPr>
          <p:cNvPicPr>
            <a:picLocks noChangeAspect="1"/>
          </p:cNvPicPr>
          <p:nvPr/>
        </p:nvPicPr>
        <p:blipFill>
          <a:blip r:embed="rId9"/>
          <a:stretch>
            <a:fillRect/>
          </a:stretch>
        </p:blipFill>
        <p:spPr>
          <a:xfrm>
            <a:off x="9367668" y="3089503"/>
            <a:ext cx="440733" cy="440733"/>
          </a:xfrm>
          <a:prstGeom prst="rect">
            <a:avLst/>
          </a:prstGeom>
        </p:spPr>
      </p:pic>
      <p:sp>
        <p:nvSpPr>
          <p:cNvPr id="22" name="Rectangle: Rounded Corners 21">
            <a:extLst>
              <a:ext uri="{FF2B5EF4-FFF2-40B4-BE49-F238E27FC236}">
                <a16:creationId xmlns:a16="http://schemas.microsoft.com/office/drawing/2014/main" id="{560FD329-F350-F429-277B-109839AC633C}"/>
              </a:ext>
            </a:extLst>
          </p:cNvPr>
          <p:cNvSpPr/>
          <p:nvPr/>
        </p:nvSpPr>
        <p:spPr bwMode="auto">
          <a:xfrm>
            <a:off x="4785987" y="4331701"/>
            <a:ext cx="5121584" cy="461664"/>
          </a:xfrm>
          <a:prstGeom prst="roundRect">
            <a:avLst/>
          </a:prstGeom>
          <a:solidFill>
            <a:schemeClr val="accent1">
              <a:lumMod val="40000"/>
              <a:lumOff val="60000"/>
            </a:schemeClr>
          </a:solidFill>
          <a:ln>
            <a:solidFill>
              <a:schemeClr val="accent1"/>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fr-FR" sz="1200" dirty="0">
                <a:solidFill>
                  <a:schemeClr val="accent1"/>
                </a:solidFill>
                <a:ea typeface="Segoe UI" pitchFamily="34" charset="0"/>
                <a:cs typeface="Segoe UI" pitchFamily="34" charset="0"/>
              </a:rPr>
              <a:t>OS</a:t>
            </a:r>
            <a:endParaRPr lang="en-US" sz="1200" dirty="0" err="1">
              <a:solidFill>
                <a:schemeClr val="accent1"/>
              </a:solidFill>
              <a:ea typeface="Segoe UI" pitchFamily="34" charset="0"/>
              <a:cs typeface="Segoe UI" pitchFamily="34" charset="0"/>
            </a:endParaRPr>
          </a:p>
        </p:txBody>
      </p:sp>
      <p:sp>
        <p:nvSpPr>
          <p:cNvPr id="24" name="Freeform: Shape 23">
            <a:extLst>
              <a:ext uri="{FF2B5EF4-FFF2-40B4-BE49-F238E27FC236}">
                <a16:creationId xmlns:a16="http://schemas.microsoft.com/office/drawing/2014/main" id="{31D7ADD7-37CA-13C5-5355-0665CE83825A}"/>
              </a:ext>
            </a:extLst>
          </p:cNvPr>
          <p:cNvSpPr/>
          <p:nvPr/>
        </p:nvSpPr>
        <p:spPr bwMode="auto">
          <a:xfrm>
            <a:off x="6262349" y="2375555"/>
            <a:ext cx="1590180" cy="1093509"/>
          </a:xfrm>
          <a:custGeom>
            <a:avLst/>
            <a:gdLst>
              <a:gd name="csX0" fmla="*/ 1499839 w 1499839"/>
              <a:gd name="csY0" fmla="*/ 1093509 h 1093509"/>
              <a:gd name="csX1" fmla="*/ 1085059 w 1499839"/>
              <a:gd name="csY1" fmla="*/ 301657 h 1093509"/>
              <a:gd name="csX2" fmla="*/ 95245 w 1499839"/>
              <a:gd name="csY2" fmla="*/ 226243 h 1093509"/>
              <a:gd name="csX3" fmla="*/ 95245 w 1499839"/>
              <a:gd name="csY3" fmla="*/ 0 h 1093509"/>
            </a:gdLst>
            <a:ahLst/>
            <a:cxnLst>
              <a:cxn ang="0">
                <a:pos x="csX0" y="csY0"/>
              </a:cxn>
              <a:cxn ang="0">
                <a:pos x="csX1" y="csY1"/>
              </a:cxn>
              <a:cxn ang="0">
                <a:pos x="csX2" y="csY2"/>
              </a:cxn>
              <a:cxn ang="0">
                <a:pos x="csX3" y="csY3"/>
              </a:cxn>
            </a:cxnLst>
            <a:rect l="l" t="t" r="r" b="b"/>
            <a:pathLst>
              <a:path w="1499839" h="1093509">
                <a:moveTo>
                  <a:pt x="1499839" y="1093509"/>
                </a:moveTo>
                <a:cubicBezTo>
                  <a:pt x="1409498" y="769855"/>
                  <a:pt x="1319158" y="446201"/>
                  <a:pt x="1085059" y="301657"/>
                </a:cubicBezTo>
                <a:cubicBezTo>
                  <a:pt x="850960" y="157113"/>
                  <a:pt x="260214" y="276519"/>
                  <a:pt x="95245" y="226243"/>
                </a:cubicBezTo>
                <a:cubicBezTo>
                  <a:pt x="-69724" y="175967"/>
                  <a:pt x="12760" y="87983"/>
                  <a:pt x="95245" y="0"/>
                </a:cubicBezTo>
              </a:path>
            </a:pathLst>
          </a:custGeom>
          <a:noFill/>
          <a:ln>
            <a:solidFill>
              <a:schemeClr val="accent1"/>
            </a:solidFill>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C20FABD6-81F3-DF85-E747-8ADB22C49A39}"/>
              </a:ext>
            </a:extLst>
          </p:cNvPr>
          <p:cNvSpPr/>
          <p:nvPr/>
        </p:nvSpPr>
        <p:spPr bwMode="auto">
          <a:xfrm>
            <a:off x="6382818" y="2417379"/>
            <a:ext cx="1478920" cy="150486"/>
          </a:xfrm>
          <a:custGeom>
            <a:avLst/>
            <a:gdLst>
              <a:gd name="csX0" fmla="*/ 1478920 w 1478920"/>
              <a:gd name="csY0" fmla="*/ 0 h 150486"/>
              <a:gd name="csX1" fmla="*/ 953403 w 1478920"/>
              <a:gd name="csY1" fmla="*/ 147145 h 150486"/>
              <a:gd name="csX2" fmla="*/ 60023 w 1478920"/>
              <a:gd name="csY2" fmla="*/ 94593 h 150486"/>
              <a:gd name="csX3" fmla="*/ 154616 w 1478920"/>
              <a:gd name="csY3" fmla="*/ 0 h 150486"/>
            </a:gdLst>
            <a:ahLst/>
            <a:cxnLst>
              <a:cxn ang="0">
                <a:pos x="csX0" y="csY0"/>
              </a:cxn>
              <a:cxn ang="0">
                <a:pos x="csX1" y="csY1"/>
              </a:cxn>
              <a:cxn ang="0">
                <a:pos x="csX2" y="csY2"/>
              </a:cxn>
              <a:cxn ang="0">
                <a:pos x="csX3" y="csY3"/>
              </a:cxn>
            </a:cxnLst>
            <a:rect l="l" t="t" r="r" b="b"/>
            <a:pathLst>
              <a:path w="1478920" h="150486">
                <a:moveTo>
                  <a:pt x="1478920" y="0"/>
                </a:moveTo>
                <a:cubicBezTo>
                  <a:pt x="1334403" y="65690"/>
                  <a:pt x="1189886" y="131380"/>
                  <a:pt x="953403" y="147145"/>
                </a:cubicBezTo>
                <a:cubicBezTo>
                  <a:pt x="716920" y="162910"/>
                  <a:pt x="193154" y="119117"/>
                  <a:pt x="60023" y="94593"/>
                </a:cubicBezTo>
                <a:cubicBezTo>
                  <a:pt x="-73108" y="70069"/>
                  <a:pt x="40754" y="35034"/>
                  <a:pt x="154616" y="0"/>
                </a:cubicBezTo>
              </a:path>
            </a:pathLst>
          </a:custGeom>
          <a:noFill/>
          <a:ln>
            <a:solidFill>
              <a:schemeClr val="accent1"/>
            </a:solidFill>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298357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PRESGUID" val="1b4f084f-57e1-44f2-af0a-55642787ef31"/>
</p:tagLst>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2.xml><?xml version="1.0" encoding="utf-8"?>
<a:theme xmlns:a="http://schemas.openxmlformats.org/drawingml/2006/main" name="WHITE TEMPLATE">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2018_20.potx" id="{82A3EBA7-6CB7-444E-9DF0-B1E644D1F154}" vid="{2B1E32B1-2CCA-4167-A431-147AEC224D2A}"/>
    </a:ext>
  </a:extLst>
</a:theme>
</file>

<file path=ppt/theme/theme3.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potx" id="{480B23C3-38C8-4962-83A2-3297C539F5A5}" vid="{4711DFBC-8085-446F-AC17-C262437718B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725ef057-29b8-44fd-be32-e69da4870c76" xsi:nil="true"/>
    <lcf76f155ced4ddcb4097134ff3c332f xmlns="725ef057-29b8-44fd-be32-e69da4870c76">
      <Terms xmlns="http://schemas.microsoft.com/office/infopath/2007/PartnerControls"/>
    </lcf76f155ced4ddcb4097134ff3c332f>
    <SharedWithUsers xmlns="3a984a97-1f88-4620-9803-2d448b891559">
      <UserInfo>
        <DisplayName>Dana Warren</DisplayName>
        <AccountId>261</AccountId>
        <AccountType/>
      </UserInfo>
      <UserInfo>
        <DisplayName>Kendyl Pettit</DisplayName>
        <AccountId>2343</AccountId>
        <AccountType/>
      </UserInfo>
    </SharedWithUsers>
    <Datetime xmlns="725ef057-29b8-44fd-be32-e69da4870c76" xsi:nil="true"/>
    <CityState xmlns="725ef057-29b8-44fd-be32-e69da4870c76" xsi:nil="true"/>
    <Technology_x0020_Domain xmlns="725ef057-29b8-44fd-be32-e69da4870c76" xsi:nil="true"/>
    <LikesCount xmlns="http://schemas.microsoft.com/sharepoint/v3" xsi:nil="true"/>
    <Lead_x0020_PM xmlns="725EF057-29B8-44FD-BE32-E69DA4870C76">
      <UserInfo>
        <DisplayName/>
        <AccountId xsi:nil="true"/>
        <AccountType/>
      </UserInfo>
    </Lead_x0020_PM>
    <TechLead xmlns="725ef057-29b8-44fd-be32-e69da4870c76">
      <UserInfo>
        <DisplayName/>
        <AccountId xsi:nil="true"/>
        <AccountType/>
      </UserInfo>
    </TechLead>
    <EngagementType xmlns="725ef057-29b8-44fd-be32-e69da4870c76" xsi:nil="true"/>
    <CSE_x0020_Priority_x0020_Industry xmlns="725EF057-29B8-44FD-BE32-E69DA4870C76">--</CSE_x0020_Priority_x0020_Industry>
    <IconOverlay xmlns="http://schemas.microsoft.com/sharepoint/v4" xsi:nil="true"/>
    <Ratings xmlns="http://schemas.microsoft.com/sharepoint/v3" xsi:nil="true"/>
    <Filename xmlns="725EF057-29B8-44FD-BE32-E69DA4870C76">SwissRe-FCPR-July2022.pptx</Filename>
    <SE_x002f_I xmlns="725ef057-29b8-44fd-be32-e69da4870c76">
      <UserInfo>
        <DisplayName/>
        <AccountId xsi:nil="true"/>
        <AccountType/>
      </UserInfo>
    </SE_x002f_I>
    <WorkItemId xmlns="725ef057-29b8-44fd-be32-e69da4870c76">489735</WorkItemId>
    <OverallEngagementID xmlns="725ef057-29b8-44fd-be32-e69da4870c76" xsi:nil="true"/>
    <EngEndDate xmlns="725ef057-29b8-44fd-be32-e69da4870c76" xsi:nil="true"/>
    <LikedBy xmlns="http://schemas.microsoft.com/sharepoint/v3">
      <UserInfo>
        <DisplayName/>
        <AccountId xsi:nil="true"/>
        <AccountType/>
      </UserInfo>
    </LikedBy>
    <RatingCount xmlns="http://schemas.microsoft.com/sharepoint/v3" xsi:nil="true"/>
    <Engagement xmlns="725EF057-29B8-44FD-BE32-E69DA4870C76">Swiss Re: Service Insights Centre</Engagement>
    <Artifact_x0020_Type xmlns="725ef057-29b8-44fd-be32-e69da4870c76">Other</Artifact_x0020_Type>
    <STE_x0020_Tags xmlns="725EF057-29B8-44FD-BE32-E69DA4870C76" xsi:nil="true"/>
    <EngagementState xmlns="725ef057-29b8-44fd-be32-e69da4870c76" xsi:nil="true"/>
    <OrgID xmlns="725EF057-29B8-44FD-BE32-E69DA4870C76">74631</OrgID>
    <Org xmlns="725EF057-29B8-44FD-BE32-E69DA4870C76">Swiss Re Management Ltd</Org>
    <Assigned xmlns="725ef057-29b8-44fd-be32-e69da4870c76">
      <UserInfo>
        <DisplayName/>
        <AccountId xsi:nil="true"/>
        <AccountType/>
      </UserInfo>
    </Assigned>
    <EngagementID xmlns="725EF057-29B8-44FD-BE32-E69DA4870C76">489735</EngagementID>
    <Tags xmlns="725EF057-29B8-44FD-BE32-E69DA4870C76" xsi:nil="true"/>
    <Country xmlns="725EF057-29B8-44FD-BE32-E69DA4870C76" xsi:nil="true"/>
    <TaxKeywordTaxHTField xmlns="230e9df3-be65-4c73-a93b-d1236ebd677e">
      <Terms xmlns="http://schemas.microsoft.com/office/infopath/2007/PartnerControls"/>
    </TaxKeywordTaxHTField>
    <AverageRating xmlns="http://schemas.microsoft.com/sharepoint/v3" xsi:nil="true"/>
    <EngStartDate xmlns="725ef057-29b8-44fd-be32-e69da4870c76" xsi:nil="true"/>
    <RatedBy xmlns="http://schemas.microsoft.com/sharepoint/v3">
      <UserInfo>
        <DisplayName/>
        <AccountId xsi:nil="true"/>
        <AccountType/>
      </UserInfo>
    </RatedBy>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9B442A5CC9AAF40A5EA717E75549A49" ma:contentTypeVersion="95" ma:contentTypeDescription="Create a new document." ma:contentTypeScope="" ma:versionID="b03b6633a34d19aa97114ee0a23d1b64">
  <xsd:schema xmlns:xsd="http://www.w3.org/2001/XMLSchema" xmlns:xs="http://www.w3.org/2001/XMLSchema" xmlns:p="http://schemas.microsoft.com/office/2006/metadata/properties" xmlns:ns1="http://schemas.microsoft.com/sharepoint/v3" xmlns:ns2="725EF057-29B8-44FD-BE32-E69DA4870C76" xmlns:ns3="230e9df3-be65-4c73-a93b-d1236ebd677e" xmlns:ns4="725ef057-29b8-44fd-be32-e69da4870c76" xmlns:ns5="3a984a97-1f88-4620-9803-2d448b891559" xmlns:ns6="http://schemas.microsoft.com/sharepoint/v4" targetNamespace="http://schemas.microsoft.com/office/2006/metadata/properties" ma:root="true" ma:fieldsID="16115084048cfc3921f63f8e98d026b7" ns1:_="" ns2:_="" ns3:_="" ns4:_="" ns5:_="" ns6:_="">
    <xsd:import namespace="http://schemas.microsoft.com/sharepoint/v3"/>
    <xsd:import namespace="725EF057-29B8-44FD-BE32-E69DA4870C76"/>
    <xsd:import namespace="230e9df3-be65-4c73-a93b-d1236ebd677e"/>
    <xsd:import namespace="725ef057-29b8-44fd-be32-e69da4870c76"/>
    <xsd:import namespace="3a984a97-1f88-4620-9803-2d448b891559"/>
    <xsd:import namespace="http://schemas.microsoft.com/sharepoint/v4"/>
    <xsd:element name="properties">
      <xsd:complexType>
        <xsd:sequence>
          <xsd:element name="documentManagement">
            <xsd:complexType>
              <xsd:all>
                <xsd:element ref="ns2:OrgID" minOccurs="0"/>
                <xsd:element ref="ns2:Org" minOccurs="0"/>
                <xsd:element ref="ns2:EngagementID" minOccurs="0"/>
                <xsd:element ref="ns2:Engagement" minOccurs="0"/>
                <xsd:element ref="ns2:Tags" minOccurs="0"/>
                <xsd:element ref="ns2:CSE_x0020_Priority_x0020_Industry" minOccurs="0"/>
                <xsd:element ref="ns2:Lead_x0020_PM" minOccurs="0"/>
                <xsd:element ref="ns2:Country" minOccurs="0"/>
                <xsd:element ref="ns2:Filename" minOccurs="0"/>
                <xsd:element ref="ns2:STE_x0020_Tags" minOccurs="0"/>
                <xsd:element ref="ns4:WorkItemId" minOccurs="0"/>
                <xsd:element ref="ns4:SE_x002f_I" minOccurs="0"/>
                <xsd:element ref="ns4:OverallEngagementID" minOccurs="0"/>
                <xsd:element ref="ns4:Assigned" minOccurs="0"/>
                <xsd:element ref="ns4:EngagementState" minOccurs="0"/>
                <xsd:element ref="ns4:TechLead" minOccurs="0"/>
                <xsd:element ref="ns4:CityState" minOccurs="0"/>
                <xsd:element ref="ns4:EngStartDate" minOccurs="0"/>
                <xsd:element ref="ns4:Technology_x0020_Domain" minOccurs="0"/>
                <xsd:element ref="ns4:EngagementType" minOccurs="0"/>
                <xsd:element ref="ns4:MediaServiceKeyPoints" minOccurs="0"/>
                <xsd:element ref="ns4:Artifact_x0020_Type" minOccurs="0"/>
                <xsd:element ref="ns1:LikesCount" minOccurs="0"/>
                <xsd:element ref="ns1:LikedBy" minOccurs="0"/>
                <xsd:element ref="ns3:TaxKeywordTaxHTField" minOccurs="0"/>
                <xsd:element ref="ns3:TaxCatchAll" minOccurs="0"/>
                <xsd:element ref="ns4:MediaServiceDateTaken" minOccurs="0"/>
                <xsd:element ref="ns4:MediaServiceLocation" minOccurs="0"/>
                <xsd:element ref="ns4:MediaServiceMetadata" minOccurs="0"/>
                <xsd:element ref="ns4:MediaServiceFastMetadata" minOccurs="0"/>
                <xsd:element ref="ns4:MediaServiceAutoTags" minOccurs="0"/>
                <xsd:element ref="ns4:MediaServiceOCR" minOccurs="0"/>
                <xsd:element ref="ns4:MediaServiceEventHashCode" minOccurs="0"/>
                <xsd:element ref="ns4:MediaServiceGenerationTime" minOccurs="0"/>
                <xsd:element ref="ns5:SharedWithUsers" minOccurs="0"/>
                <xsd:element ref="ns5:SharedWithDetails" minOccurs="0"/>
                <xsd:element ref="ns6:IconOverlay" minOccurs="0"/>
                <xsd:element ref="ns1:AverageRating" minOccurs="0"/>
                <xsd:element ref="ns1:RatingCount" minOccurs="0"/>
                <xsd:element ref="ns4:MediaServiceAutoKeyPoints" minOccurs="0"/>
                <xsd:element ref="ns1:RatedBy" minOccurs="0"/>
                <xsd:element ref="ns1:_ip_UnifiedCompliancePolicyProperties" minOccurs="0"/>
                <xsd:element ref="ns1:_ip_UnifiedCompliancePolicyUIAction" minOccurs="0"/>
                <xsd:element ref="ns1:Ratings" minOccurs="0"/>
                <xsd:element ref="ns4:EngEndDate" minOccurs="0"/>
                <xsd:element ref="ns4:MediaLengthInSeconds" minOccurs="0"/>
                <xsd:element ref="ns4:lcf76f155ced4ddcb4097134ff3c332f" minOccurs="0"/>
                <xsd:element ref="ns4:Dat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LikesCount" ma:index="25" nillable="true" ma:displayName="Number of Likes" ma:hidden="true" ma:internalName="LikesCount" ma:readOnly="false">
      <xsd:simpleType>
        <xsd:restriction base="dms:Unknown"/>
      </xsd:simpleType>
    </xsd:element>
    <xsd:element name="LikedBy" ma:index="26" nillable="true" ma:displayName="Liked By" ma:hidden="true" ma:list="UserInfo" ma:internalName="LikedBy"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46" nillable="true" ma:displayName="Rating (0-5)" ma:decimals="2" ma:description="Average value of all the ratings that have been submitted" ma:hidden="true" ma:internalName="AverageRating" ma:readOnly="false">
      <xsd:simpleType>
        <xsd:restriction base="dms:Number"/>
      </xsd:simpleType>
    </xsd:element>
    <xsd:element name="RatingCount" ma:index="47" nillable="true" ma:displayName="Number of Ratings" ma:decimals="0" ma:description="Number of ratings submitted" ma:hidden="true" ma:internalName="RatingCount" ma:readOnly="false">
      <xsd:simpleType>
        <xsd:restriction base="dms:Number"/>
      </xsd:simpleType>
    </xsd:element>
    <xsd:element name="RatedBy" ma:index="49" nillable="true" ma:displayName="Rated By" ma:description="Users rated the item." ma:hidden="true" ma:list="UserInfo" ma:internalName="RatedBy"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ip_UnifiedCompliancePolicyProperties" ma:index="50" nillable="true" ma:displayName="Unified Compliance Policy Properties" ma:hidden="true" ma:internalName="_ip_UnifiedCompliancePolicyProperties" ma:readOnly="false">
      <xsd:simpleType>
        <xsd:restriction base="dms:Note"/>
      </xsd:simpleType>
    </xsd:element>
    <xsd:element name="_ip_UnifiedCompliancePolicyUIAction" ma:index="51" nillable="true" ma:displayName="Unified Compliance Policy UI Action" ma:hidden="true" ma:internalName="_ip_UnifiedCompliancePolicyUIAction" ma:readOnly="false">
      <xsd:simpleType>
        <xsd:restriction base="dms:Text"/>
      </xsd:simpleType>
    </xsd:element>
    <xsd:element name="Ratings" ma:index="52" nillable="true" ma:displayName="User ratings" ma:description="User ratings for the item" ma:hidden="true" ma:internalName="Ratings"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5EF057-29B8-44FD-BE32-E69DA4870C76" elementFormDefault="qualified">
    <xsd:import namespace="http://schemas.microsoft.com/office/2006/documentManagement/types"/>
    <xsd:import namespace="http://schemas.microsoft.com/office/infopath/2007/PartnerControls"/>
    <xsd:element name="OrgID" ma:index="2" nillable="true" ma:displayName="OrgID" ma:decimals="0" ma:description="VSTS Org ID" ma:internalName="OrgID" ma:readOnly="false">
      <xsd:simpleType>
        <xsd:restriction base="dms:Number"/>
      </xsd:simpleType>
    </xsd:element>
    <xsd:element name="Org" ma:index="3" nillable="true" ma:displayName="Org" ma:indexed="true" ma:internalName="Org">
      <xsd:simpleType>
        <xsd:restriction base="dms:Text"/>
      </xsd:simpleType>
    </xsd:element>
    <xsd:element name="EngagementID" ma:index="4" nillable="true" ma:displayName="EngagementID" ma:decimals="0" ma:indexed="true" ma:internalName="EngagementID" ma:readOnly="false">
      <xsd:simpleType>
        <xsd:restriction base="dms:Number"/>
      </xsd:simpleType>
    </xsd:element>
    <xsd:element name="Engagement" ma:index="5" nillable="true" ma:displayName="Engagement" ma:indexed="true" ma:internalName="Engagement">
      <xsd:simpleType>
        <xsd:restriction base="dms:Text"/>
      </xsd:simpleType>
    </xsd:element>
    <xsd:element name="Tags" ma:index="6" nillable="true" ma:displayName="Tags" ma:internalName="Tags" ma:readOnly="false">
      <xsd:simpleType>
        <xsd:restriction base="dms:Note">
          <xsd:maxLength value="255"/>
        </xsd:restriction>
      </xsd:simpleType>
    </xsd:element>
    <xsd:element name="CSE_x0020_Priority_x0020_Industry" ma:index="7" nillable="true" ma:displayName="CSE Industry" ma:default="--" ma:format="Dropdown" ma:indexed="true" ma:internalName="CSE_x0020_Priority_x0020_Industry">
      <xsd:simpleType>
        <xsd:restriction base="dms:Choice">
          <xsd:enumeration value="--"/>
          <xsd:enumeration value="Automotive"/>
          <xsd:enumeration value="Education"/>
          <xsd:enumeration value="Financial Services"/>
          <xsd:enumeration value="Government"/>
          <xsd:enumeration value="Health"/>
          <xsd:enumeration value="Manufacturing &amp; Resources"/>
          <xsd:enumeration value="Media &amp; Communications"/>
          <xsd:enumeration value="Other Commercial Industries"/>
          <xsd:enumeration value="Retail"/>
          <xsd:enumeration value="Partner"/>
        </xsd:restriction>
      </xsd:simpleType>
    </xsd:element>
    <xsd:element name="Lead_x0020_PM" ma:index="8" nillable="true" ma:displayName="PM" ma:list="UserInfo" ma:SharePointGroup="0" ma:internalName="Lead_x0020_PM"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untry" ma:index="9" nillable="true" ma:displayName="Country" ma:internalName="Country" ma:readOnly="false">
      <xsd:simpleType>
        <xsd:restriction base="dms:Text"/>
      </xsd:simpleType>
    </xsd:element>
    <xsd:element name="Filename" ma:index="10" nillable="true" ma:displayName="Filename" ma:internalName="Filename">
      <xsd:simpleType>
        <xsd:restriction base="dms:Text"/>
      </xsd:simpleType>
    </xsd:element>
    <xsd:element name="STE_x0020_Tags" ma:index="11" nillable="true" ma:displayName="STE Tags" ma:internalName="STE_x0020_Tag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KeywordTaxHTField" ma:index="28" nillable="true" ma:taxonomy="true" ma:internalName="TaxKeywordTaxHTField" ma:taxonomyFieldName="TaxKeyword" ma:displayName="Enterprise Keywords" ma:readOnly="false"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element name="TaxCatchAll" ma:index="29" nillable="true" ma:displayName="Taxonomy Catch All Column" ma:hidden="true" ma:list="{e04c326d-0693-450b-90c8-93a94e9da73e}" ma:internalName="TaxCatchAll" ma:readOnly="false" ma:showField="CatchAllData" ma:web="3a984a97-1f88-4620-9803-2d448b89155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25ef057-29b8-44fd-be32-e69da4870c76" elementFormDefault="qualified">
    <xsd:import namespace="http://schemas.microsoft.com/office/2006/documentManagement/types"/>
    <xsd:import namespace="http://schemas.microsoft.com/office/infopath/2007/PartnerControls"/>
    <xsd:element name="WorkItemId" ma:index="13" nillable="true" ma:displayName="WorkItemId" ma:decimals="0" ma:description="WorkItemId" ma:indexed="true" ma:internalName="WorkItemId" ma:readOnly="false" ma:percentage="FALSE">
      <xsd:simpleType>
        <xsd:restriction base="dms:Number"/>
      </xsd:simpleType>
    </xsd:element>
    <xsd:element name="SE_x002f_I" ma:index="14" nillable="true" ma:displayName="SE/I" ma:list="UserInfo" ma:SharePointGroup="0" ma:internalName="SE_x002f_I"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verallEngagementID" ma:index="15" nillable="true" ma:displayName="OverallEngagementID" ma:decimals="0" ma:internalName="OverallEngagementID" ma:readOnly="false" ma:percentage="FALSE">
      <xsd:simpleType>
        <xsd:restriction base="dms:Number"/>
      </xsd:simpleType>
    </xsd:element>
    <xsd:element name="Assigned" ma:index="16" nillable="true" ma:displayName="Assigned" ma:list="UserInfo" ma:SharePointGroup="0" ma:internalName="Assigned"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ngagementState" ma:index="17" nillable="true" ma:displayName="EngagementState" ma:indexed="true" ma:internalName="EngagementState">
      <xsd:simpleType>
        <xsd:restriction base="dms:Text">
          <xsd:maxLength value="255"/>
        </xsd:restriction>
      </xsd:simpleType>
    </xsd:element>
    <xsd:element name="TechLead" ma:index="18" nillable="true" ma:displayName="TechLead" ma:list="UserInfo" ma:SharePointGroup="0" ma:internalName="TechLead"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ityState" ma:index="19" nillable="true" ma:displayName="CityState" ma:internalName="CityState" ma:readOnly="false">
      <xsd:simpleType>
        <xsd:restriction base="dms:Text">
          <xsd:maxLength value="255"/>
        </xsd:restriction>
      </xsd:simpleType>
    </xsd:element>
    <xsd:element name="EngStartDate" ma:index="20" nillable="true" ma:displayName="EngStartDate" ma:format="DateOnly" ma:indexed="true" ma:internalName="EngStartDate">
      <xsd:simpleType>
        <xsd:restriction base="dms:DateTime"/>
      </xsd:simpleType>
    </xsd:element>
    <xsd:element name="Technology_x0020_Domain" ma:index="21" nillable="true" ma:displayName="Technology Domain" ma:format="Dropdown" ma:internalName="Technology_x0020_Domain" ma:readOnly="false">
      <xsd:simpleType>
        <xsd:restriction base="dms:Note">
          <xsd:maxLength value="255"/>
        </xsd:restriction>
      </xsd:simpleType>
    </xsd:element>
    <xsd:element name="EngagementType" ma:index="22" nillable="true" ma:displayName="EngagementType" ma:format="Dropdown" ma:internalName="EngagementType">
      <xsd:simpleType>
        <xsd:restriction base="dms:Text">
          <xsd:maxLength value="255"/>
        </xsd:restriction>
      </xsd:simpleType>
    </xsd:element>
    <xsd:element name="MediaServiceKeyPoints" ma:index="23" nillable="true" ma:displayName="KeyPoints" ma:internalName="MediaServiceKeyPoints" ma:readOnly="false">
      <xsd:simpleType>
        <xsd:restriction base="dms:Note">
          <xsd:maxLength value="255"/>
        </xsd:restriction>
      </xsd:simpleType>
    </xsd:element>
    <xsd:element name="Artifact_x0020_Type" ma:index="24" nillable="true" ma:displayName="Artifact Type" ma:default="Other" ma:description="What type of artifact is this?" ma:format="Dropdown" ma:indexed="true" ma:internalName="Artifact_x0020_Type">
      <xsd:simpleType>
        <xsd:restriction base="dms:Choice">
          <xsd:enumeration value="Architecture"/>
          <xsd:enumeration value="Checkpoint prework"/>
          <xsd:enumeration value="Impact statement"/>
          <xsd:enumeration value="Game Plan"/>
          <xsd:enumeration value="OpenHack Flash"/>
          <xsd:enumeration value="OpenHack Report"/>
          <xsd:enumeration value="Redbook"/>
          <xsd:enumeration value="Responsible AI"/>
          <xsd:enumeration value="SDD"/>
          <xsd:enumeration value="Other"/>
          <xsd:enumeration value="Winwire"/>
          <xsd:enumeration value="Wrap Up"/>
          <xsd:enumeration value="Checkpoint video"/>
          <xsd:enumeration value="Demo video"/>
          <xsd:enumeration value="Engineering report"/>
          <xsd:enumeration value="Game Plan video"/>
          <xsd:enumeration value="NinjaCAT Asset"/>
          <xsd:enumeration value="Repo"/>
          <xsd:enumeration value="Repo re-used"/>
          <xsd:enumeration value="Semester plan"/>
          <xsd:enumeration value="Shiproom recording"/>
          <xsd:enumeration value="Teams Channel"/>
        </xsd:restriction>
      </xsd:simpleType>
    </xsd:element>
    <xsd:element name="MediaServiceDateTaken" ma:index="32" nillable="true" ma:displayName="MediaServiceDateTaken" ma:hidden="true" ma:internalName="MediaServiceDateTaken" ma:readOnly="true">
      <xsd:simpleType>
        <xsd:restriction base="dms:Text"/>
      </xsd:simpleType>
    </xsd:element>
    <xsd:element name="MediaServiceLocation" ma:index="33" nillable="true" ma:displayName="MediaServiceLocation" ma:hidden="true" ma:internalName="MediaServiceLocation" ma:readOnly="true">
      <xsd:simpleType>
        <xsd:restriction base="dms:Text"/>
      </xsd:simpleType>
    </xsd:element>
    <xsd:element name="MediaServiceMetadata" ma:index="37" nillable="true" ma:displayName="MediaServiceMetadata" ma:hidden="true" ma:internalName="MediaServiceMetadata" ma:readOnly="true">
      <xsd:simpleType>
        <xsd:restriction base="dms:Note"/>
      </xsd:simpleType>
    </xsd:element>
    <xsd:element name="MediaServiceFastMetadata" ma:index="38" nillable="true" ma:displayName="MediaServiceFastMetadata" ma:hidden="true" ma:internalName="MediaServiceFastMetadata" ma:readOnly="true">
      <xsd:simpleType>
        <xsd:restriction base="dms:Note"/>
      </xsd:simpleType>
    </xsd:element>
    <xsd:element name="MediaServiceAutoTags" ma:index="39" nillable="true" ma:displayName="MediaServiceAutoTags" ma:hidden="true" ma:internalName="MediaServiceAutoTags" ma:readOnly="true">
      <xsd:simpleType>
        <xsd:restriction base="dms:Text"/>
      </xsd:simpleType>
    </xsd:element>
    <xsd:element name="MediaServiceOCR" ma:index="40" nillable="true" ma:displayName="MediaServiceOCR" ma:hidden="true" ma:internalName="MediaServiceOCR" ma:readOnly="true">
      <xsd:simpleType>
        <xsd:restriction base="dms:Note"/>
      </xsd:simpleType>
    </xsd:element>
    <xsd:element name="MediaServiceEventHashCode" ma:index="41" nillable="true" ma:displayName="MediaServiceEventHashCode" ma:hidden="true" ma:internalName="MediaServiceEventHashCode" ma:readOnly="true">
      <xsd:simpleType>
        <xsd:restriction base="dms:Text"/>
      </xsd:simpleType>
    </xsd:element>
    <xsd:element name="MediaServiceGenerationTime" ma:index="42" nillable="true" ma:displayName="MediaServiceGenerationTime" ma:hidden="true" ma:internalName="MediaServiceGenerationTime" ma:readOnly="true">
      <xsd:simpleType>
        <xsd:restriction base="dms:Text"/>
      </xsd:simpleType>
    </xsd:element>
    <xsd:element name="MediaServiceAutoKeyPoints" ma:index="48" nillable="true" ma:displayName="MediaServiceAutoKeyPoints" ma:hidden="true" ma:internalName="MediaServiceAutoKeyPoints" ma:readOnly="true">
      <xsd:simpleType>
        <xsd:restriction base="dms:Note"/>
      </xsd:simpleType>
    </xsd:element>
    <xsd:element name="EngEndDate" ma:index="53" nillable="true" ma:displayName="EngEndDate" ma:format="DateOnly" ma:internalName="EngEndDate">
      <xsd:simpleType>
        <xsd:restriction base="dms:DateTime"/>
      </xsd:simpleType>
    </xsd:element>
    <xsd:element name="MediaLengthInSeconds" ma:index="54" nillable="true" ma:displayName="Length (seconds)" ma:internalName="MediaLengthInSeconds" ma:readOnly="true">
      <xsd:simpleType>
        <xsd:restriction base="dms:Unknown"/>
      </xsd:simpleType>
    </xsd:element>
    <xsd:element name="lcf76f155ced4ddcb4097134ff3c332f" ma:index="5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time" ma:index="57" nillable="true" ma:displayName="Datetime" ma:format="DateTime" ma:internalName="Datetim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3a984a97-1f88-4620-9803-2d448b891559" elementFormDefault="qualified">
    <xsd:import namespace="http://schemas.microsoft.com/office/2006/documentManagement/types"/>
    <xsd:import namespace="http://schemas.microsoft.com/office/infopath/2007/PartnerControls"/>
    <xsd:element name="SharedWithUsers" ma:index="43"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4"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5"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230e9df3-be65-4c73-a93b-d1236ebd677e"/>
    <ds:schemaRef ds:uri="3a984a97-1f88-4620-9803-2d448b891559"/>
    <ds:schemaRef ds:uri="725EF057-29B8-44FD-BE32-E69DA4870C76"/>
    <ds:schemaRef ds:uri="725ef057-29b8-44fd-be32-e69da4870c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62E25F5-1B3D-4E71-B985-6B24EE0E59BA}">
  <ds:schemaRefs>
    <ds:schemaRef ds:uri="230e9df3-be65-4c73-a93b-d1236ebd677e"/>
    <ds:schemaRef ds:uri="3a984a97-1f88-4620-9803-2d448b891559"/>
    <ds:schemaRef ds:uri="725EF057-29B8-44FD-BE32-E69DA4870C76"/>
    <ds:schemaRef ds:uri="725ef057-29b8-44fd-be32-e69da4870c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emplate>Blue_accent_white_background_Microsoft_template</Template>
  <TotalTime>3479</TotalTime>
  <Words>576</Words>
  <Application>Microsoft Office PowerPoint</Application>
  <PresentationFormat>Widescreen</PresentationFormat>
  <Paragraphs>169</Paragraphs>
  <Slides>4</Slides>
  <Notes>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vt:i4>
      </vt:variant>
    </vt:vector>
  </HeadingPairs>
  <TitlesOfParts>
    <vt:vector size="14" baseType="lpstr">
      <vt:lpstr>Arial</vt:lpstr>
      <vt:lpstr>Calibri</vt:lpstr>
      <vt:lpstr>Consolas</vt:lpstr>
      <vt:lpstr>Segoe UI</vt:lpstr>
      <vt:lpstr>Segoe UI Semibold</vt:lpstr>
      <vt:lpstr>Segoe UI Semilight</vt:lpstr>
      <vt:lpstr>Wingdings</vt:lpstr>
      <vt:lpstr>White Template</vt:lpstr>
      <vt:lpstr>WHITE TEMPLATE</vt:lpstr>
      <vt:lpstr>White Template</vt:lpstr>
      <vt:lpstr>Public deployment</vt:lpstr>
      <vt:lpstr>Private VPN Gateway deployment</vt:lpstr>
      <vt:lpstr>Private Custom VPN Gateway deployment</vt:lpstr>
      <vt:lpstr>Dev Container Infrastructure</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Swiss Re: Service Insights Centre</dc:title>
  <dc:subject>&lt;Event name&gt;</dc:subject>
  <dc:creator>Dana Warren</dc:creator>
  <cp:keywords/>
  <dc:description/>
  <cp:lastModifiedBy>Frédéric Le Coquil</cp:lastModifiedBy>
  <cp:revision>46</cp:revision>
  <dcterms:created xsi:type="dcterms:W3CDTF">2020-11-24T23:02:08Z</dcterms:created>
  <dcterms:modified xsi:type="dcterms:W3CDTF">2026-04-13T08:46:30Z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0x010100C9B442A5CC9AAF40A5EA717E75549A49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TaxKeyword">
    <vt:lpwstr/>
  </property>
  <property fmtid="{D5CDD505-2E9C-101B-9397-08002B2CF9AE}" pid="21" name="_dlc_DocIdItemGuid">
    <vt:lpwstr>3a440ccf-df63-4945-a517-71d3b58ee62e</vt:lpwstr>
  </property>
  <property fmtid="{D5CDD505-2E9C-101B-9397-08002B2CF9AE}" pid="22" name="MediaServiceImageTags">
    <vt:lpwstr/>
  </property>
</Properties>
</file>
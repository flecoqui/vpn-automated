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29" r:id="rId4"/>
    <p:sldMasterId id="2147489005" r:id="rId5"/>
    <p:sldMasterId id="2147489007" r:id="rId6"/>
  </p:sldMasterIdLst>
  <p:notesMasterIdLst>
    <p:notesMasterId r:id="rId9"/>
  </p:notesMasterIdLst>
  <p:handoutMasterIdLst>
    <p:handoutMasterId r:id="rId10"/>
  </p:handoutMasterIdLst>
  <p:sldIdLst>
    <p:sldId id="2147469217" r:id="rId7"/>
    <p:sldId id="2147469223" r:id="rId8"/>
  </p:sldIdLst>
  <p:sldSz cx="12192000" cy="6858000"/>
  <p:notesSz cx="6858000" cy="9144000"/>
  <p:custDataLst>
    <p:tags r:id="rId11"/>
  </p:custDataLst>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Slide Templates" id="{00E47399-A84A-4543-97B5-DFD2E5FCD16A}">
          <p14:sldIdLst>
            <p14:sldId id="2147469217"/>
            <p14:sldId id="214746922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30D5C0B-7D9E-F0AB-739B-99DAEF60FE8E}" name="Dana Warren" initials="DW" userId="S::dawarren@microsoft.com::68fe4241-55bf-4f99-a11b-f57c206d72e0" providerId="AD"/>
  <p188:author id="{5630FB12-8074-9F1B-66D6-1460F085776F}" name="Maria Clara Malori" initials="MM" userId="S::mclara@microsoft.com::bfc72468-8048-4f0a-b831-e15ceedeb5cc" providerId="AD"/>
  <p188:author id="{736B364B-F210-8BD5-638A-D96FD4F8ADD3}" name="Preethi Natarajan" initials="PN" userId="S::prnata@microsoft.com::25fbe3b0-a55d-49f3-b296-242a1306f6f2" providerId="AD"/>
  <p188:author id="{440F8E7A-6EA4-CB37-7D16-E1D6EA23B24A}" name="Akshobhya Mann (SHE/HER, CSE)" initials="AC" userId="S::akmann@microsoft.com::16d66334-75e7-49d5-a390-29324a5125cd" providerId="AD"/>
  <p188:author id="{B09FC995-C4B3-AE09-BE74-6FC7EF244FAF}" name="Sonal Patil (CSE)" initials="SP(" userId="S::sopati@microsoft.com::1bac9017-6b22-4481-8540-38620c684314" providerId="AD"/>
  <p188:author id="{5D0BACC7-FBC1-7EFC-57B8-06F67098CD9F}" name="Federica Nocera (SHE/HER)" initials="F(" userId="S::fenocera@microsoft.com::cc58a4fc-ad0b-4dfc-895f-9dc516b9df18" providerId="AD"/>
  <p188:author id="{05E29DF1-866E-478F-E36B-D6C4A31714D9}" name="Joelle Woo" initials="JW" userId="S::joellew@microsoft.com::9e70188e-ecb8-4a62-8d24-8b81cdf40553"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7" name="Ali Tokmen" initials="AT" lastIdx="1" clrIdx="7">
    <p:extLst>
      <p:ext uri="{19B8F6BF-5375-455C-9EA6-DF929625EA0E}">
        <p15:presenceInfo xmlns:p15="http://schemas.microsoft.com/office/powerpoint/2012/main" userId="S::Ali_Tokmen@swissre.com::2c0b388a-7d68-4da7-a961-e1f4bb9771ee" providerId="AD"/>
      </p:ext>
    </p:extLst>
  </p:cmAuthor>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 id="4" name="Tracy Tran" initials="TT" lastIdx="9" clrIdx="4">
    <p:extLst>
      <p:ext uri="{19B8F6BF-5375-455C-9EA6-DF929625EA0E}">
        <p15:presenceInfo xmlns:p15="http://schemas.microsoft.com/office/powerpoint/2012/main" userId="S::tracyt@microsoft.com::7b485f56-8fe8-4efc-a1b3-85e720327ac5" providerId="AD"/>
      </p:ext>
    </p:extLst>
  </p:cmAuthor>
  <p:cmAuthor id="5" name="Marco Strullato" initials="MS" lastIdx="1" clrIdx="5">
    <p:extLst>
      <p:ext uri="{19B8F6BF-5375-455C-9EA6-DF929625EA0E}">
        <p15:presenceInfo xmlns:p15="http://schemas.microsoft.com/office/powerpoint/2012/main" userId="S::Marco_Strullato@swissre.com::58a4532c-9b34-49d6-9c69-3b29d7c63604" providerId="AD"/>
      </p:ext>
    </p:extLst>
  </p:cmAuthor>
  <p:cmAuthor id="6" name="Melanie Guittet (B2B-Microsoft Corporation)" initials="MC" lastIdx="2" clrIdx="6">
    <p:extLst>
      <p:ext uri="{19B8F6BF-5375-455C-9EA6-DF929625EA0E}">
        <p15:presenceInfo xmlns:p15="http://schemas.microsoft.com/office/powerpoint/2012/main" userId="S::meguittet_microsoft.com#ext#@swissre.onmicrosoft.com::db809545-532e-4336-80e2-3cc81520ffc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B800"/>
    <a:srgbClr val="FF9349"/>
    <a:srgbClr val="243A5E"/>
    <a:srgbClr val="FF3399"/>
    <a:srgbClr val="D59DFF"/>
    <a:srgbClr val="D6DCE5"/>
    <a:srgbClr val="C2E1DD"/>
    <a:srgbClr val="274B47"/>
    <a:srgbClr val="0078D4"/>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787" autoAdjust="0"/>
    <p:restoredTop sz="94660"/>
  </p:normalViewPr>
  <p:slideViewPr>
    <p:cSldViewPr snapToGrid="0">
      <p:cViewPr varScale="1">
        <p:scale>
          <a:sx n="102" d="100"/>
          <a:sy n="102" d="100"/>
        </p:scale>
        <p:origin x="72" y="144"/>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1.xml"/><Relationship Id="rId12" Type="http://schemas.openxmlformats.org/officeDocument/2006/relationships/commentAuthors" Target="commentAuthors.xml"/><Relationship Id="rId17" Type="http://schemas.microsoft.com/office/2018/10/relationships/authors" Target="authors.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tags" Target="tags/tag1.xml"/><Relationship Id="rId5" Type="http://schemas.openxmlformats.org/officeDocument/2006/relationships/slideMaster" Target="slideMasters/slideMaster2.xml"/><Relationship Id="rId15" Type="http://schemas.openxmlformats.org/officeDocument/2006/relationships/theme" Target="theme/theme1.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4/8/2026 8:59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4/8/2026 8:59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A7157-018E-D6FE-F759-C41A3FFD90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4336C8-D58D-2896-8095-B2008F859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1687DD-EE3E-CDF8-320C-EA947B1C1CA1}"/>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07B7B561-B8F3-656E-2BBC-AB4EEF756F44}"/>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C63DDB48-A343-7BE8-312F-D8C2195DF909}"/>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86623A07-4A4E-FAF3-6521-20E5DF01B652}"/>
              </a:ext>
            </a:extLst>
          </p:cNvPr>
          <p:cNvSpPr>
            <a:spLocks noGrp="1"/>
          </p:cNvSpPr>
          <p:nvPr>
            <p:ph type="dt" idx="1"/>
          </p:nvPr>
        </p:nvSpPr>
        <p:spPr/>
        <p:txBody>
          <a:bodyPr/>
          <a:lstStyle/>
          <a:p>
            <a:fld id="{386CE63F-9E7F-4C04-9D0D-FCA25A8E9E86}" type="datetime8">
              <a:rPr lang="en-US" smtClean="0"/>
              <a:t>4/8/2026 9:02 AM</a:t>
            </a:fld>
            <a:endParaRPr lang="en-US"/>
          </a:p>
        </p:txBody>
      </p:sp>
      <p:sp>
        <p:nvSpPr>
          <p:cNvPr id="7" name="Slide Number Placeholder 6">
            <a:extLst>
              <a:ext uri="{FF2B5EF4-FFF2-40B4-BE49-F238E27FC236}">
                <a16:creationId xmlns:a16="http://schemas.microsoft.com/office/drawing/2014/main" id="{40B53347-01BB-88E0-751E-F2DD9AC58AC3}"/>
              </a:ext>
            </a:extLst>
          </p:cNvPr>
          <p:cNvSpPr>
            <a:spLocks noGrp="1"/>
          </p:cNvSpPr>
          <p:nvPr>
            <p:ph type="sldNum" sz="quarter" idx="5"/>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18314358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9CB5B-3811-D535-6426-9725E8CC4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A58D38-9503-6E82-7DA5-EAC6972BFD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56539F-6BDE-7ECB-50CE-0129B627ED1A}"/>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FDC3338E-DFF0-9F04-A45B-4A45F67E9C04}"/>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9300620C-99B4-82B4-7094-AD6D6BFE769A}"/>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0D71A7F9-669D-751B-AFA0-D0FC998755EA}"/>
              </a:ext>
            </a:extLst>
          </p:cNvPr>
          <p:cNvSpPr>
            <a:spLocks noGrp="1"/>
          </p:cNvSpPr>
          <p:nvPr>
            <p:ph type="dt" idx="1"/>
          </p:nvPr>
        </p:nvSpPr>
        <p:spPr/>
        <p:txBody>
          <a:bodyPr/>
          <a:lstStyle/>
          <a:p>
            <a:fld id="{386CE63F-9E7F-4C04-9D0D-FCA25A8E9E86}" type="datetime8">
              <a:rPr lang="en-US" smtClean="0"/>
              <a:t>4/8/2026 8:59 AM</a:t>
            </a:fld>
            <a:endParaRPr lang="en-US"/>
          </a:p>
        </p:txBody>
      </p:sp>
      <p:sp>
        <p:nvSpPr>
          <p:cNvPr id="7" name="Slide Number Placeholder 6">
            <a:extLst>
              <a:ext uri="{FF2B5EF4-FFF2-40B4-BE49-F238E27FC236}">
                <a16:creationId xmlns:a16="http://schemas.microsoft.com/office/drawing/2014/main" id="{121F1E6C-1BE2-95D8-0A82-A886AE7CD448}"/>
              </a:ext>
            </a:extLst>
          </p:cNvPr>
          <p:cNvSpPr>
            <a:spLocks noGrp="1"/>
          </p:cNvSpPr>
          <p:nvPr>
            <p:ph type="sldNum" sz="quarter" idx="5"/>
          </p:nvPr>
        </p:nvSpPr>
        <p:spPr/>
        <p:txBody>
          <a:bodyPr/>
          <a:lstStyle/>
          <a:p>
            <a:fld id="{B4008EB6-D09E-4580-8CD6-DDB14511944F}" type="slidenum">
              <a:rPr lang="en-US" smtClean="0"/>
              <a:pPr/>
              <a:t>2</a:t>
            </a:fld>
            <a:endParaRPr lang="en-US"/>
          </a:p>
        </p:txBody>
      </p:sp>
    </p:spTree>
    <p:extLst>
      <p:ext uri="{BB962C8B-B14F-4D97-AF65-F5344CB8AC3E}">
        <p14:creationId xmlns:p14="http://schemas.microsoft.com/office/powerpoint/2010/main" val="248802947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Master" Target="../slideMasters/slideMaster2.xml"/><Relationship Id="rId6" Type="http://schemas.openxmlformats.org/officeDocument/2006/relationships/image" Target="../media/image4.emf"/><Relationship Id="rId5" Type="http://schemas.openxmlformats.org/officeDocument/2006/relationships/image" Target="../media/image13.jpeg"/><Relationship Id="rId4" Type="http://schemas.openxmlformats.org/officeDocument/2006/relationships/image" Target="../media/image12.jpe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4" Type="http://schemas.openxmlformats.org/officeDocument/2006/relationships/image" Target="../media/image20.jpeg"/></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9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Master" Target="../slideMasters/slideMaster3.xml"/><Relationship Id="rId4" Type="http://schemas.openxmlformats.org/officeDocument/2006/relationships/image" Target="../media/image26.jpeg"/></Relationships>
</file>

<file path=ppt/slideLayouts/_rels/slideLayout10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Master" Target="../slideMasters/slideMaster3.xml"/><Relationship Id="rId5" Type="http://schemas.openxmlformats.org/officeDocument/2006/relationships/image" Target="../media/image30.jpeg"/><Relationship Id="rId4" Type="http://schemas.openxmlformats.org/officeDocument/2006/relationships/image" Target="../media/image29.jpeg"/></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6" Type="http://schemas.openxmlformats.org/officeDocument/2006/relationships/image" Target="../media/image31.jpeg"/><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4" Type="http://schemas.openxmlformats.org/officeDocument/2006/relationships/image" Target="../media/image20.jpeg"/></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6" Type="http://schemas.openxmlformats.org/officeDocument/2006/relationships/image" Target="../media/image31.jpeg"/><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rgbClr val="50E6FF"/>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pic>
        <p:nvPicPr>
          <p:cNvPr id="3" name="Picture 2" descr="A meeting in a conference room.">
            <a:extLst>
              <a:ext uri="{FF2B5EF4-FFF2-40B4-BE49-F238E27FC236}">
                <a16:creationId xmlns:a16="http://schemas.microsoft.com/office/drawing/2014/main" id="{1C493F8D-AB10-4958-85D1-CC12E3C2F13E}"/>
              </a:ext>
            </a:extLst>
          </p:cNvPr>
          <p:cNvPicPr>
            <a:picLocks noChangeAspect="1"/>
          </p:cNvPicPr>
          <p:nvPr userDrawn="1"/>
        </p:nvPicPr>
        <p:blipFill rotWithShape="1">
          <a:blip r:embed="rId3"/>
          <a:srcRect l="32559" r="10791"/>
          <a:stretch/>
        </p:blipFill>
        <p:spPr bwMode="ltGray">
          <a:xfrm>
            <a:off x="5334000" y="0"/>
            <a:ext cx="6858000" cy="6858000"/>
          </a:xfrm>
          <a:prstGeom prst="rect">
            <a:avLst/>
          </a:prstGeom>
        </p:spPr>
      </p:pic>
    </p:spTree>
    <p:extLst>
      <p:ext uri="{BB962C8B-B14F-4D97-AF65-F5344CB8AC3E}">
        <p14:creationId xmlns:p14="http://schemas.microsoft.com/office/powerpoint/2010/main" val="30174309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userDrawn="1">
          <p15:clr>
            <a:srgbClr val="5ACBF0"/>
          </p15:clr>
        </p15:guide>
        <p15:guide id="3" pos="3355" userDrawn="1">
          <p15:clr>
            <a:srgbClr val="5ACBF0"/>
          </p15:clr>
        </p15:guide>
        <p15:guide id="5" orient="horz" pos="2160" userDrawn="1">
          <p15:clr>
            <a:srgbClr val="FBAE40"/>
          </p15:clr>
        </p15:guide>
        <p15:guide id="6" orient="horz" pos="2229" userDrawn="1">
          <p15:clr>
            <a:srgbClr val="5ACBF0"/>
          </p15:clr>
        </p15:guide>
        <p15:guide id="7" pos="2996" userDrawn="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pic>
        <p:nvPicPr>
          <p:cNvPr id="3" name="Picture 2" descr="A meeting in a conference room.">
            <a:extLst>
              <a:ext uri="{FF2B5EF4-FFF2-40B4-BE49-F238E27FC236}">
                <a16:creationId xmlns:a16="http://schemas.microsoft.com/office/drawing/2014/main" id="{73BBB57F-0AE7-43B4-A8A4-8A3F02549FB7}"/>
              </a:ext>
            </a:extLst>
          </p:cNvPr>
          <p:cNvPicPr>
            <a:picLocks noChangeAspect="1"/>
          </p:cNvPicPr>
          <p:nvPr userDrawn="1"/>
        </p:nvPicPr>
        <p:blipFill rotWithShape="1">
          <a:blip r:embed="rId3"/>
          <a:srcRect l="32559" r="10791"/>
          <a:stretch/>
        </p:blipFill>
        <p:spPr bwMode="ltGray">
          <a:xfrm>
            <a:off x="5334000" y="0"/>
            <a:ext cx="6858000" cy="6858000"/>
          </a:xfrm>
          <a:prstGeom prst="rect">
            <a:avLst/>
          </a:prstGeom>
        </p:spPr>
      </p:pic>
    </p:spTree>
    <p:extLst>
      <p:ext uri="{BB962C8B-B14F-4D97-AF65-F5344CB8AC3E}">
        <p14:creationId xmlns:p14="http://schemas.microsoft.com/office/powerpoint/2010/main" val="160543543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userDrawn="1">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rgbClr val="50E6FF"/>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3850431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6132" userDrawn="1">
          <p15:clr>
            <a:srgbClr val="5ACBF0"/>
          </p15:clr>
        </p15:guide>
        <p15:guide id="4" orient="horz" pos="216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8495981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23299196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7200658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7971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948112344"/>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userDrawn="1">
          <p15:clr>
            <a:srgbClr val="C35EA4"/>
          </p15:clr>
        </p15:guide>
        <p15:guide id="11" pos="2993">
          <p15:clr>
            <a:srgbClr val="5ACBF0"/>
          </p15:clr>
        </p15:guide>
        <p15:guide id="12" pos="3543">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51151599"/>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5" orient="horz" pos="2160" userDrawn="1">
          <p15:clr>
            <a:srgbClr val="5ACBF0"/>
          </p15:clr>
        </p15:guide>
        <p15:guide id="6" pos="2991">
          <p15:clr>
            <a:srgbClr val="5ACBF0"/>
          </p15:clr>
        </p15:guide>
        <p15:guide id="7" pos="3728" userDrawn="1">
          <p15:clr>
            <a:srgbClr val="C35EA4"/>
          </p15:clr>
        </p15:guide>
        <p15:guide id="8" pos="3544">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35627901"/>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861443602"/>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03402083"/>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096866871"/>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userDrawn="1">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9083819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userDrawn="1">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251365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46059488"/>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42252135"/>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6500"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74357050"/>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354523" y="2309812"/>
            <a:ext cx="7254865" cy="3959226"/>
          </a:xfrm>
        </p:spPr>
        <p:txBody>
          <a:bodyPr anchor="t"/>
          <a:lstStyle>
            <a:lvl1pPr marL="0" indent="0">
              <a:spcAft>
                <a:spcPts val="800"/>
              </a:spcAft>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837859"/>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0" indent="0">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EB5FBAF-D5DB-4D1E-9D76-AE83D1B7417A}"/>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165025546"/>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userDrawn="1">
          <p15:clr>
            <a:srgbClr val="5ACBF0"/>
          </p15:clr>
        </p15:guide>
        <p15:guide id="30" pos="2376">
          <p15:clr>
            <a:srgbClr val="5ACBF0"/>
          </p15:clr>
        </p15:guide>
        <p15:guide id="31" pos="3113">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457056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87878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solidFill>
                  <a:schemeClr val="tx1"/>
                </a:solidFill>
                <a:latin typeface="Consolas" panose="020B0609020204030204" pitchFamily="49" charset="0"/>
                <a:cs typeface="Consolas" panose="020B0609020204030204" pitchFamily="49" charset="0"/>
              </a:defRPr>
            </a:lvl1pPr>
            <a:lvl2pPr marL="346553" indent="0">
              <a:buNone/>
              <a:defRPr sz="2400">
                <a:solidFill>
                  <a:schemeClr val="tx1"/>
                </a:solidFill>
                <a:latin typeface="Consolas" panose="020B0609020204030204" pitchFamily="49" charset="0"/>
                <a:cs typeface="Consolas" panose="020B0609020204030204" pitchFamily="49" charset="0"/>
              </a:defRPr>
            </a:lvl2pPr>
            <a:lvl3pPr marL="584607" indent="0">
              <a:buNone/>
              <a:defRPr sz="2000">
                <a:solidFill>
                  <a:schemeClr val="tx1"/>
                </a:solidFill>
                <a:latin typeface="Consolas" panose="020B0609020204030204" pitchFamily="49" charset="0"/>
                <a:cs typeface="Consolas" panose="020B0609020204030204" pitchFamily="49" charset="0"/>
              </a:defRPr>
            </a:lvl3pPr>
            <a:lvl4pPr marL="814563" indent="0">
              <a:buNone/>
              <a:defRPr sz="1800">
                <a:solidFill>
                  <a:schemeClr val="tx1"/>
                </a:solidFill>
                <a:latin typeface="Consolas" panose="020B0609020204030204" pitchFamily="49" charset="0"/>
                <a:cs typeface="Consolas" panose="020B0609020204030204" pitchFamily="49" charset="0"/>
              </a:defRPr>
            </a:lvl4pPr>
            <a:lvl5pPr marL="1050997" indent="0">
              <a:buNone/>
              <a:defRPr sz="18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43058790"/>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5" userDrawn="1">
          <p15:clr>
            <a:srgbClr val="5ACBF0"/>
          </p15:clr>
        </p15:guide>
        <p15:guide id="3" orient="horz" pos="288" userDrawn="1">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9250691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D8EBD-E9D5-4D52-AE6A-5630DA139C0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2638AC9-29BE-453E-B51F-3C28D10F03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22252B-ECF2-4E75-9E57-075D6E30A985}"/>
              </a:ext>
            </a:extLst>
          </p:cNvPr>
          <p:cNvSpPr>
            <a:spLocks noGrp="1"/>
          </p:cNvSpPr>
          <p:nvPr>
            <p:ph type="dt" sz="half" idx="10"/>
          </p:nvPr>
        </p:nvSpPr>
        <p:spPr/>
        <p:txBody>
          <a:bodyPr/>
          <a:lstStyle/>
          <a:p>
            <a:fld id="{6BF5EF9A-BEE7-4076-A7E2-A147E153F1B4}" type="datetimeFigureOut">
              <a:rPr lang="en-US" smtClean="0"/>
              <a:t>4/8/2026</a:t>
            </a:fld>
            <a:endParaRPr lang="en-US"/>
          </a:p>
        </p:txBody>
      </p:sp>
      <p:sp>
        <p:nvSpPr>
          <p:cNvPr id="5" name="Footer Placeholder 4">
            <a:extLst>
              <a:ext uri="{FF2B5EF4-FFF2-40B4-BE49-F238E27FC236}">
                <a16:creationId xmlns:a16="http://schemas.microsoft.com/office/drawing/2014/main" id="{17D28617-93A8-4DBE-8BEC-CBC6312222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ECE1BF-E7A5-48C2-B64B-5F2CA7CBFA2F}"/>
              </a:ext>
            </a:extLst>
          </p:cNvPr>
          <p:cNvSpPr>
            <a:spLocks noGrp="1"/>
          </p:cNvSpPr>
          <p:nvPr>
            <p:ph type="sldNum" sz="quarter" idx="12"/>
          </p:nvPr>
        </p:nvSpPr>
        <p:spPr/>
        <p:txBody>
          <a:bodyPr/>
          <a:lstStyle/>
          <a:p>
            <a:fld id="{692430EE-C494-4675-BBE5-C575213F2D96}" type="slidenum">
              <a:rPr lang="en-US" smtClean="0"/>
              <a:t>‹#›</a:t>
            </a:fld>
            <a:endParaRPr lang="en-US"/>
          </a:p>
        </p:txBody>
      </p:sp>
    </p:spTree>
    <p:extLst>
      <p:ext uri="{BB962C8B-B14F-4D97-AF65-F5344CB8AC3E}">
        <p14:creationId xmlns:p14="http://schemas.microsoft.com/office/powerpoint/2010/main" val="1357398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Header Line 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a:xfrm>
            <a:off x="381000" y="457200"/>
            <a:ext cx="11430000" cy="553998"/>
          </a:xfrm>
        </p:spPr>
        <p:txBody>
          <a:bodyPr anchor="t"/>
          <a:lstStyle>
            <a:lvl1pPr>
              <a:defRPr>
                <a:solidFill>
                  <a:schemeClr val="tx1"/>
                </a:solidFill>
              </a:defRPr>
            </a:lvl1pPr>
          </a:lstStyle>
          <a:p>
            <a:r>
              <a:rPr lang="en-US"/>
              <a:t>Click to edit Master title style</a:t>
            </a:r>
          </a:p>
        </p:txBody>
      </p:sp>
      <p:cxnSp>
        <p:nvCxnSpPr>
          <p:cNvPr id="7" name="Straight Connector 6">
            <a:extLst>
              <a:ext uri="{FF2B5EF4-FFF2-40B4-BE49-F238E27FC236}">
                <a16:creationId xmlns:a16="http://schemas.microsoft.com/office/drawing/2014/main" id="{8EDAE969-6DFB-AD4B-A4BB-4C9D04F1489D}"/>
              </a:ext>
              <a:ext uri="{C183D7F6-B498-43B3-948B-1728B52AA6E4}">
                <adec:decorative xmlns:adec="http://schemas.microsoft.com/office/drawing/2017/decorative" val="1"/>
              </a:ext>
            </a:extLst>
          </p:cNvPr>
          <p:cNvCxnSpPr>
            <a:cxnSpLocks/>
          </p:cNvCxnSpPr>
          <p:nvPr userDrawn="1"/>
        </p:nvCxnSpPr>
        <p:spPr>
          <a:xfrm>
            <a:off x="381000" y="1143000"/>
            <a:ext cx="11430000" cy="0"/>
          </a:xfrm>
          <a:prstGeom prst="line">
            <a:avLst/>
          </a:prstGeom>
          <a:ln w="25400" cap="sq">
            <a:gradFill>
              <a:gsLst>
                <a:gs pos="60000">
                  <a:srgbClr val="61C5BE"/>
                </a:gs>
                <a:gs pos="29000">
                  <a:srgbClr val="FFF200"/>
                </a:gs>
                <a:gs pos="100000">
                  <a:schemeClr val="accent5"/>
                </a:gs>
              </a:gsLst>
              <a:lin ang="0" scaled="0"/>
            </a:gradFill>
            <a:miter lim="800000"/>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381000" y="1435100"/>
            <a:ext cx="11430000"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9" name="Freeform: Shape 8">
            <a:extLst>
              <a:ext uri="{FF2B5EF4-FFF2-40B4-BE49-F238E27FC236}">
                <a16:creationId xmlns:a16="http://schemas.microsoft.com/office/drawing/2014/main" id="{42998CE9-F833-44B6-B17D-26B5AA2294C3}"/>
              </a:ext>
              <a:ext uri="{C183D7F6-B498-43B3-948B-1728B52AA6E4}">
                <adec:decorative xmlns:adec="http://schemas.microsoft.com/office/drawing/2017/decorative" val="1"/>
              </a:ext>
            </a:extLst>
          </p:cNvPr>
          <p:cNvSpPr/>
          <p:nvPr userDrawn="1"/>
        </p:nvSpPr>
        <p:spPr bwMode="auto">
          <a:xfrm>
            <a:off x="0" y="6747118"/>
            <a:ext cx="12188952" cy="110883"/>
          </a:xfrm>
          <a:custGeom>
            <a:avLst/>
            <a:gdLst>
              <a:gd name="connsiteX0" fmla="*/ 0 w 12188952"/>
              <a:gd name="connsiteY0" fmla="*/ 0 h 110883"/>
              <a:gd name="connsiteX1" fmla="*/ 12188952 w 12188952"/>
              <a:gd name="connsiteY1" fmla="*/ 0 h 110883"/>
              <a:gd name="connsiteX2" fmla="*/ 12188952 w 12188952"/>
              <a:gd name="connsiteY2" fmla="*/ 110883 h 110883"/>
              <a:gd name="connsiteX3" fmla="*/ 0 w 12188952"/>
              <a:gd name="connsiteY3" fmla="*/ 110883 h 110883"/>
            </a:gdLst>
            <a:ahLst/>
            <a:cxnLst>
              <a:cxn ang="0">
                <a:pos x="connsiteX0" y="connsiteY0"/>
              </a:cxn>
              <a:cxn ang="0">
                <a:pos x="connsiteX1" y="connsiteY1"/>
              </a:cxn>
              <a:cxn ang="0">
                <a:pos x="connsiteX2" y="connsiteY2"/>
              </a:cxn>
              <a:cxn ang="0">
                <a:pos x="connsiteX3" y="connsiteY3"/>
              </a:cxn>
            </a:cxnLst>
            <a:rect l="l" t="t" r="r" b="b"/>
            <a:pathLst>
              <a:path w="12188952" h="110883">
                <a:moveTo>
                  <a:pt x="0" y="0"/>
                </a:moveTo>
                <a:lnTo>
                  <a:pt x="12188952" y="0"/>
                </a:lnTo>
                <a:lnTo>
                  <a:pt x="12188952" y="110883"/>
                </a:lnTo>
                <a:lnTo>
                  <a:pt x="0" y="110883"/>
                </a:lnTo>
                <a:close/>
              </a:path>
            </a:pathLst>
          </a:custGeom>
          <a:gradFill>
            <a:gsLst>
              <a:gs pos="60000">
                <a:srgbClr val="61C5BE"/>
              </a:gs>
              <a:gs pos="30000">
                <a:srgbClr val="FFF200"/>
              </a:gs>
              <a:gs pos="99000">
                <a:schemeClr val="accent5"/>
              </a:gs>
            </a:gsLst>
            <a:lin ang="0" scaled="0"/>
          </a:gradFill>
          <a:ln>
            <a:noFill/>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defTabSz="932472" fontAlgn="base">
              <a:spcBef>
                <a:spcPct val="0"/>
              </a:spcBef>
              <a:spcAft>
                <a:spcPct val="0"/>
              </a:spcAft>
            </a:pPr>
            <a:endParaRPr lang="en-US" sz="2000" err="1">
              <a:solidFill>
                <a:srgbClr val="FFFFFF"/>
              </a:solidFill>
              <a:cs typeface="Segoe UI" pitchFamily="34" charset="0"/>
            </a:endParaRPr>
          </a:p>
        </p:txBody>
      </p:sp>
    </p:spTree>
    <p:extLst>
      <p:ext uri="{BB962C8B-B14F-4D97-AF65-F5344CB8AC3E}">
        <p14:creationId xmlns:p14="http://schemas.microsoft.com/office/powerpoint/2010/main" val="119586460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754DF-CB0E-46F9-AA3C-00BC673EBDF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89335521"/>
      </p:ext>
    </p:extLst>
  </p:cSld>
  <p:clrMapOvr>
    <a:masterClrMapping/>
  </p:clrMapOvr>
  <p:transition>
    <p:fade/>
  </p:transition>
  <p:extLst>
    <p:ext uri="{DCECCB84-F9BA-43D5-87BE-67443E8EF086}">
      <p15:sldGuideLst xmlns:p15="http://schemas.microsoft.com/office/powerpoint/2012/main">
        <p15:guide id="3" orient="horz" pos="900" userDrawn="1">
          <p15:clr>
            <a:srgbClr val="5ACBF0"/>
          </p15:clr>
        </p15:guide>
        <p15:guide id="4" orient="horz" pos="1276" userDrawn="1">
          <p15:clr>
            <a:srgbClr val="5ACBF0"/>
          </p15:clr>
        </p15:guide>
        <p15:guide id="5" orient="horz" pos="288" userDrawn="1">
          <p15:clr>
            <a:srgbClr val="5ACBF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1556723"/>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4" userDrawn="1">
          <p15:clr>
            <a:srgbClr val="5ACBF0"/>
          </p15:clr>
        </p15:guide>
        <p15:guide id="3" orient="horz" pos="288" userDrawn="1">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567534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1272" userDrawn="1">
          <p15:clr>
            <a:srgbClr val="5ACBF0"/>
          </p15:clr>
        </p15:guide>
        <p15:guide id="3" orient="horz" pos="288" userDrawn="1">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square photo 1">
    <p:bg>
      <p:bgRef idx="1001">
        <a:schemeClr val="bg1"/>
      </p:bgRef>
    </p:bg>
    <p:spTree>
      <p:nvGrpSpPr>
        <p:cNvPr id="1" name=""/>
        <p:cNvGrpSpPr/>
        <p:nvPr/>
      </p:nvGrpSpPr>
      <p:grpSpPr>
        <a:xfrm>
          <a:off x="0" y="0"/>
          <a:ext cx="0" cy="0"/>
          <a:chOff x="0" y="0"/>
          <a:chExt cx="0" cy="0"/>
        </a:xfrm>
      </p:grpSpPr>
      <p:sp>
        <p:nvSpPr>
          <p:cNvPr id="59" name="Picture Placeholder 58">
            <a:extLst>
              <a:ext uri="{FF2B5EF4-FFF2-40B4-BE49-F238E27FC236}">
                <a16:creationId xmlns:a16="http://schemas.microsoft.com/office/drawing/2014/main" id="{AF095437-C6C3-402E-A3FB-A8DCF5CCFDFB}"/>
              </a:ext>
            </a:extLst>
          </p:cNvPr>
          <p:cNvSpPr>
            <a:spLocks noGrp="1"/>
          </p:cNvSpPr>
          <p:nvPr>
            <p:ph type="pic" sz="quarter" idx="16" hasCustomPrompt="1"/>
          </p:nvPr>
        </p:nvSpPr>
        <p:spPr>
          <a:xfrm>
            <a:off x="8763000" y="2286000"/>
            <a:ext cx="3429000" cy="2284413"/>
          </a:xfrm>
          <a:blipFill>
            <a:blip r:embed="rId2"/>
            <a:stretch>
              <a:fillRect/>
            </a:stretch>
          </a:blipFill>
        </p:spPr>
        <p:txBody>
          <a:bodyPr vert="horz" wrap="square" lIns="274320" tIns="0" rIns="0" bIns="0" rtlCol="0" anchor="ctr" anchorCtr="0">
            <a:noAutofit/>
          </a:bodyPr>
          <a:lstStyle>
            <a:lvl1pPr>
              <a:defRPr lang="en-US" sz="1600" b="1" dirty="0">
                <a:solidFill>
                  <a:schemeClr val="bg1"/>
                </a:solidFill>
              </a:defRPr>
            </a:lvl1pPr>
          </a:lstStyle>
          <a:p>
            <a:pPr marL="0" lvl="0" indent="0">
              <a:buNone/>
            </a:pPr>
            <a:r>
              <a:rPr lang="en-US"/>
              <a:t>Drag &amp; drop your photo here </a:t>
            </a:r>
            <a:br>
              <a:rPr lang="en-US"/>
            </a:br>
            <a:r>
              <a:rPr lang="en-US"/>
              <a:t>or click or tap icon below </a:t>
            </a:r>
            <a:br>
              <a:rPr lang="en-US"/>
            </a:br>
            <a:r>
              <a:rPr lang="en-US"/>
              <a:t>to insert</a:t>
            </a:r>
          </a:p>
          <a:p>
            <a:pPr marL="0" lvl="0" indent="0">
              <a:buNone/>
            </a:pPr>
            <a:endParaRPr lang="en-US"/>
          </a:p>
        </p:txBody>
      </p:sp>
      <p:sp>
        <p:nvSpPr>
          <p:cNvPr id="55" name="Picture Placeholder 54">
            <a:extLst>
              <a:ext uri="{FF2B5EF4-FFF2-40B4-BE49-F238E27FC236}">
                <a16:creationId xmlns:a16="http://schemas.microsoft.com/office/drawing/2014/main" id="{E8816877-5041-4C7E-97EB-2B9A9A41411A}"/>
              </a:ext>
            </a:extLst>
          </p:cNvPr>
          <p:cNvSpPr>
            <a:spLocks noGrp="1"/>
          </p:cNvSpPr>
          <p:nvPr>
            <p:ph type="pic" sz="quarter" idx="15" hasCustomPrompt="1"/>
          </p:nvPr>
        </p:nvSpPr>
        <p:spPr>
          <a:xfrm>
            <a:off x="8763000" y="0"/>
            <a:ext cx="3429000" cy="2286000"/>
          </a:xfrm>
          <a:blipFill>
            <a:blip r:embed="rId3"/>
            <a:stretch>
              <a:fillRect/>
            </a:stretch>
          </a:blipFill>
        </p:spPr>
        <p:txBody>
          <a:bodyPr lIns="274320" anchor="ctr" anchorCtr="0">
            <a:no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lang="en-US" sz="1600" b="1" kern="1200" spc="0" baseline="0" dirty="0">
                <a:solidFill>
                  <a:schemeClr val="bg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p:txBody>
      </p:sp>
      <p:sp>
        <p:nvSpPr>
          <p:cNvPr id="53" name="Picture Placeholder 52">
            <a:extLst>
              <a:ext uri="{FF2B5EF4-FFF2-40B4-BE49-F238E27FC236}">
                <a16:creationId xmlns:a16="http://schemas.microsoft.com/office/drawing/2014/main" id="{4451FF35-D16A-4E9A-99B6-B25B5AC89CD0}"/>
              </a:ext>
            </a:extLst>
          </p:cNvPr>
          <p:cNvSpPr>
            <a:spLocks noGrp="1"/>
          </p:cNvSpPr>
          <p:nvPr>
            <p:ph type="pic" sz="quarter" idx="14" hasCustomPrompt="1"/>
          </p:nvPr>
        </p:nvSpPr>
        <p:spPr>
          <a:xfrm>
            <a:off x="5333998" y="4572000"/>
            <a:ext cx="6858002" cy="2286000"/>
          </a:xfrm>
          <a:blipFill>
            <a:blip r:embed="rId4"/>
            <a:stretch>
              <a:fillRect/>
            </a:stretch>
          </a:blipFill>
        </p:spPr>
        <p:txBody>
          <a:bodyPr lIns="274320" anchor="ctr" anchorCtr="0">
            <a:noAutofit/>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600" b="1" kern="1200" spc="0" baseline="0" dirty="0">
                <a:solidFill>
                  <a:schemeClr val="bg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endParaRPr lang="en-US"/>
          </a:p>
        </p:txBody>
      </p:sp>
      <p:sp>
        <p:nvSpPr>
          <p:cNvPr id="49" name="Picture Placeholder 48">
            <a:extLst>
              <a:ext uri="{FF2B5EF4-FFF2-40B4-BE49-F238E27FC236}">
                <a16:creationId xmlns:a16="http://schemas.microsoft.com/office/drawing/2014/main" id="{A40A81B1-C2E0-438B-9803-7BF2B3B295E6}"/>
              </a:ext>
            </a:extLst>
          </p:cNvPr>
          <p:cNvSpPr>
            <a:spLocks noGrp="1"/>
          </p:cNvSpPr>
          <p:nvPr>
            <p:ph type="pic" sz="quarter" idx="13" hasCustomPrompt="1"/>
          </p:nvPr>
        </p:nvSpPr>
        <p:spPr>
          <a:xfrm>
            <a:off x="5334000" y="0"/>
            <a:ext cx="3429000" cy="4572000"/>
          </a:xfrm>
          <a:blipFill>
            <a:blip r:embed="rId5"/>
            <a:stretch>
              <a:fillRect/>
            </a:stretch>
          </a:blipFill>
        </p:spPr>
        <p:txBody>
          <a:bodyPr lIns="274320" anchor="ctr" anchorCtr="0">
            <a:noAutofit/>
          </a:bodyPr>
          <a:lstStyle>
            <a:lvl1pPr marL="0" marR="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600" b="1">
                <a:solidFill>
                  <a:schemeClr val="bg1"/>
                </a:solidFill>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6" cstate="screen">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
        <p:nvSpPr>
          <p:cNvPr id="2" name="Title 1">
            <a:extLst>
              <a:ext uri="{FF2B5EF4-FFF2-40B4-BE49-F238E27FC236}">
                <a16:creationId xmlns:a16="http://schemas.microsoft.com/office/drawing/2014/main" id="{25D0408F-4A76-4E13-B20C-89E0FD40DC32}"/>
              </a:ext>
            </a:extLst>
          </p:cNvPr>
          <p:cNvSpPr>
            <a:spLocks noGrp="1"/>
          </p:cNvSpPr>
          <p:nvPr userDrawn="1">
            <p:ph type="title" hasCustomPrompt="1"/>
          </p:nvPr>
        </p:nvSpPr>
        <p:spPr>
          <a:xfrm>
            <a:off x="588263" y="2425541"/>
            <a:ext cx="4167887" cy="1107996"/>
          </a:xfrm>
        </p:spPr>
        <p:txBody>
          <a:bodyPr anchor="b" anchorCtr="0">
            <a:spAutoFit/>
          </a:bodyPr>
          <a:lstStyle>
            <a:lvl1pPr>
              <a:defRPr/>
            </a:lvl1pPr>
          </a:lstStyle>
          <a:p>
            <a:r>
              <a:rPr lang="en-US"/>
              <a:t>Event name or presentation title </a:t>
            </a:r>
          </a:p>
        </p:txBody>
      </p:sp>
      <p:sp>
        <p:nvSpPr>
          <p:cNvPr id="5" name="Text Placeholder 4"/>
          <p:cNvSpPr>
            <a:spLocks noGrp="1"/>
          </p:cNvSpPr>
          <p:nvPr userDrawn="1">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a:t>
            </a:r>
          </a:p>
        </p:txBody>
      </p:sp>
    </p:spTree>
    <p:extLst>
      <p:ext uri="{BB962C8B-B14F-4D97-AF65-F5344CB8AC3E}">
        <p14:creationId xmlns:p14="http://schemas.microsoft.com/office/powerpoint/2010/main" val="318237835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520">
          <p15:clr>
            <a:srgbClr val="5ACBF0"/>
          </p15:clr>
        </p15:guide>
        <p15:guide id="3" pos="3360">
          <p15:clr>
            <a:srgbClr val="FBAE40"/>
          </p15:clr>
        </p15:guide>
        <p15:guide id="5" orient="horz" pos="2160">
          <p15:clr>
            <a:srgbClr val="FBAE40"/>
          </p15:clr>
        </p15:guide>
        <p15:guide id="6" orient="horz" pos="2232">
          <p15:clr>
            <a:srgbClr val="5ACBF0"/>
          </p15:clr>
        </p15:guide>
        <p15:guide id="7" pos="3000">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FF790-CC44-488E-8F85-2FC1A20DC3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A030F9C-D2C7-4B54-A254-71194251AEE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08BF3D-ADED-4AB6-8190-60D37B9FF097}"/>
              </a:ext>
            </a:extLst>
          </p:cNvPr>
          <p:cNvSpPr>
            <a:spLocks noGrp="1"/>
          </p:cNvSpPr>
          <p:nvPr>
            <p:ph type="dt" sz="half" idx="10"/>
          </p:nvPr>
        </p:nvSpPr>
        <p:spPr/>
        <p:txBody>
          <a:bodyPr/>
          <a:lstStyle/>
          <a:p>
            <a:fld id="{2DAD766F-C6B3-4E89-B26A-75A8EEE0A7A2}" type="datetimeFigureOut">
              <a:rPr lang="en-US" smtClean="0"/>
              <a:t>4/8/2026</a:t>
            </a:fld>
            <a:endParaRPr lang="en-US"/>
          </a:p>
        </p:txBody>
      </p:sp>
      <p:sp>
        <p:nvSpPr>
          <p:cNvPr id="5" name="Footer Placeholder 4">
            <a:extLst>
              <a:ext uri="{FF2B5EF4-FFF2-40B4-BE49-F238E27FC236}">
                <a16:creationId xmlns:a16="http://schemas.microsoft.com/office/drawing/2014/main" id="{5938E63B-53D3-4D34-A349-7B46C4DBD6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A37CF-03BA-44C8-8931-92DB96186C4B}"/>
              </a:ext>
            </a:extLst>
          </p:cNvPr>
          <p:cNvSpPr>
            <a:spLocks noGrp="1"/>
          </p:cNvSpPr>
          <p:nvPr>
            <p:ph type="sldNum" sz="quarter" idx="12"/>
          </p:nvPr>
        </p:nvSpPr>
        <p:spPr/>
        <p:txBody>
          <a:bodyPr/>
          <a:lstStyle/>
          <a:p>
            <a:fld id="{541BE911-6A4B-4D3F-A323-B7015C6B2B55}" type="slidenum">
              <a:rPr lang="en-US" smtClean="0"/>
              <a:t>‹#›</a:t>
            </a:fld>
            <a:endParaRPr lang="en-US"/>
          </a:p>
        </p:txBody>
      </p:sp>
    </p:spTree>
    <p:extLst>
      <p:ext uri="{BB962C8B-B14F-4D97-AF65-F5344CB8AC3E}">
        <p14:creationId xmlns:p14="http://schemas.microsoft.com/office/powerpoint/2010/main" val="129953855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accent3"/>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
        <p:nvSpPr>
          <p:cNvPr id="4" name="Picture Placeholder 3">
            <a:extLst>
              <a:ext uri="{FF2B5EF4-FFF2-40B4-BE49-F238E27FC236}">
                <a16:creationId xmlns:a16="http://schemas.microsoft.com/office/drawing/2014/main" id="{40BC5B99-509C-464A-99BC-BB61027E6D1A}"/>
              </a:ext>
            </a:extLst>
          </p:cNvPr>
          <p:cNvSpPr>
            <a:spLocks noGrp="1"/>
          </p:cNvSpPr>
          <p:nvPr>
            <p:ph type="pic" sz="quarter" idx="13"/>
          </p:nvPr>
        </p:nvSpPr>
        <p:spPr>
          <a:xfrm>
            <a:off x="5326063" y="0"/>
            <a:ext cx="6865937" cy="6858000"/>
          </a:xfrm>
        </p:spPr>
        <p:txBody>
          <a:bodyPr/>
          <a:lstStyle/>
          <a:p>
            <a:r>
              <a:rPr lang="en-US"/>
              <a:t>Click icon to add picture</a:t>
            </a:r>
          </a:p>
        </p:txBody>
      </p:sp>
    </p:spTree>
    <p:extLst>
      <p:ext uri="{BB962C8B-B14F-4D97-AF65-F5344CB8AC3E}">
        <p14:creationId xmlns:p14="http://schemas.microsoft.com/office/powerpoint/2010/main" val="30174309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userDrawn="1">
          <p15:clr>
            <a:srgbClr val="5ACBF0"/>
          </p15:clr>
        </p15:guide>
        <p15:guide id="3" pos="3355" userDrawn="1">
          <p15:clr>
            <a:srgbClr val="5ACBF0"/>
          </p15:clr>
        </p15:guide>
        <p15:guide id="5" orient="horz" pos="2160" userDrawn="1">
          <p15:clr>
            <a:srgbClr val="FBAE40"/>
          </p15:clr>
        </p15:guide>
        <p15:guide id="6" orient="horz" pos="2229" userDrawn="1">
          <p15:clr>
            <a:srgbClr val="5ACBF0"/>
          </p15:clr>
        </p15:guide>
        <p15:guide id="7" pos="2996" userDrawn="1">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
        <p:nvSpPr>
          <p:cNvPr id="4" name="Picture Placeholder 3">
            <a:extLst>
              <a:ext uri="{FF2B5EF4-FFF2-40B4-BE49-F238E27FC236}">
                <a16:creationId xmlns:a16="http://schemas.microsoft.com/office/drawing/2014/main" id="{1D16804B-3245-9A4C-A340-6FF89CF57D54}"/>
              </a:ext>
            </a:extLst>
          </p:cNvPr>
          <p:cNvSpPr>
            <a:spLocks noGrp="1"/>
          </p:cNvSpPr>
          <p:nvPr>
            <p:ph type="pic" sz="quarter" idx="13"/>
          </p:nvPr>
        </p:nvSpPr>
        <p:spPr>
          <a:xfrm>
            <a:off x="5334000" y="0"/>
            <a:ext cx="6858000" cy="6858000"/>
          </a:xfrm>
        </p:spPr>
        <p:txBody>
          <a:bodyPr/>
          <a:lstStyle/>
          <a:p>
            <a:r>
              <a:rPr lang="en-US"/>
              <a:t>Click icon to add picture</a:t>
            </a:r>
          </a:p>
        </p:txBody>
      </p:sp>
    </p:spTree>
    <p:extLst>
      <p:ext uri="{BB962C8B-B14F-4D97-AF65-F5344CB8AC3E}">
        <p14:creationId xmlns:p14="http://schemas.microsoft.com/office/powerpoint/2010/main" val="160543543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userDrawn="1">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3850431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6132" userDrawn="1">
          <p15:clr>
            <a:srgbClr val="5ACBF0"/>
          </p15:clr>
        </p15:guide>
        <p15:guide id="4" orient="horz" pos="2160"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Slide Left Title Black Bkg">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551180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408996901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3840" userDrawn="1">
          <p15:clr>
            <a:srgbClr val="5ACBF0"/>
          </p15:clr>
        </p15:guide>
        <p15:guide id="4" orient="horz" pos="2160"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lide Left Title White Bkg">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551180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EC770E93-46FB-B04C-AFC6-A97F7105D849}"/>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39369899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3840" userDrawn="1">
          <p15:clr>
            <a:srgbClr val="5ACBF0"/>
          </p15:clr>
        </p15:guide>
        <p15:guide id="4" orient="horz" pos="2160"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8495981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Square Border Photo">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475615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75615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
        <p:nvSpPr>
          <p:cNvPr id="4" name="Picture Placeholder 3">
            <a:extLst>
              <a:ext uri="{FF2B5EF4-FFF2-40B4-BE49-F238E27FC236}">
                <a16:creationId xmlns:a16="http://schemas.microsoft.com/office/drawing/2014/main" id="{F20930C2-FF47-3F44-BA93-EEDCB40578EB}"/>
              </a:ext>
            </a:extLst>
          </p:cNvPr>
          <p:cNvSpPr>
            <a:spLocks noGrp="1"/>
          </p:cNvSpPr>
          <p:nvPr>
            <p:ph type="pic" sz="quarter" idx="13"/>
          </p:nvPr>
        </p:nvSpPr>
        <p:spPr>
          <a:xfrm>
            <a:off x="5627688" y="292100"/>
            <a:ext cx="6270625" cy="6272213"/>
          </a:xfrm>
        </p:spPr>
        <p:txBody>
          <a:bodyPr/>
          <a:lstStyle/>
          <a:p>
            <a:r>
              <a:rPr lang="en-US"/>
              <a:t>Click icon to add picture</a:t>
            </a:r>
          </a:p>
        </p:txBody>
      </p:sp>
    </p:spTree>
    <p:extLst>
      <p:ext uri="{BB962C8B-B14F-4D97-AF65-F5344CB8AC3E}">
        <p14:creationId xmlns:p14="http://schemas.microsoft.com/office/powerpoint/2010/main" val="8673704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guide id="5" pos="3545" userDrawn="1">
          <p15:clr>
            <a:srgbClr val="FBAE40"/>
          </p15:clr>
        </p15:guide>
        <p15:guide id="6" pos="3364"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End Slide Color Bkg">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5715040"/>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Thank you</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25999618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6132" userDrawn="1">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End Slide Black Bkg">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5715040"/>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Thank you</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36945798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6132" userDrawn="1">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23299196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7200658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7971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8857019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070883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96918344"/>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93881619"/>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551895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userDrawn="1">
          <p15:clr>
            <a:srgbClr val="5ACBF0"/>
          </p15:clr>
        </p15:guide>
        <p15:guide id="7" pos="1795" userDrawn="1">
          <p15:clr>
            <a:srgbClr val="5ACBF0"/>
          </p15:clr>
        </p15:guide>
        <p15:guide id="8" pos="3035" userDrawn="1">
          <p15:clr>
            <a:srgbClr val="5ACBF0"/>
          </p15:clr>
        </p15:guide>
        <p15:guide id="9" pos="3221" userDrawn="1">
          <p15:clr>
            <a:srgbClr val="5ACBF0"/>
          </p15:clr>
        </p15:guide>
        <p15:guide id="10" pos="4461" userDrawn="1">
          <p15:clr>
            <a:srgbClr val="5ACBF0"/>
          </p15:clr>
        </p15:guide>
        <p15:guide id="11" pos="5890" userDrawn="1">
          <p15:clr>
            <a:srgbClr val="5ACBF0"/>
          </p15:clr>
        </p15:guide>
        <p15:guide id="12" orient="horz" pos="1436">
          <p15:clr>
            <a:srgbClr val="5ACBF0"/>
          </p15:clr>
        </p15:guide>
        <p15:guide id="13" pos="4646" userDrawn="1">
          <p15:clr>
            <a:srgbClr val="5ACBF0"/>
          </p15:clr>
        </p15:guide>
        <p15:guide id="14" pos="6072" userDrawn="1">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6133845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userDrawn="1">
          <p15:clr>
            <a:srgbClr val="5ACBF0"/>
          </p15:clr>
        </p15:guide>
        <p15:guide id="34" pos="3336" userDrawn="1">
          <p15:clr>
            <a:srgbClr val="5ACBF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userDrawn="1">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guide id="31" pos="3840" userDrawn="1">
          <p15:clr>
            <a:srgbClr val="5ACBF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eader Background 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109616-29F5-2A48-AD26-C036688E660A}"/>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a:xfrm>
            <a:off x="588263" y="457200"/>
            <a:ext cx="11018520" cy="553998"/>
          </a:xfrm>
        </p:spPr>
        <p:txBody>
          <a:bodyPr anchor="ctr"/>
          <a:lstStyle>
            <a:lvl1pPr>
              <a:defRPr>
                <a:solidFill>
                  <a:schemeClr val="accent3"/>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844675"/>
            <a:ext cx="11018838" cy="4424363"/>
          </a:xfrm>
        </p:spPr>
        <p:txBody>
          <a:bodyPr/>
          <a:lstStyle>
            <a:lvl1pPr marL="0" indent="0">
              <a:buNone/>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589192910"/>
      </p:ext>
    </p:extLst>
  </p:cSld>
  <p:clrMapOvr>
    <a:masterClrMapping/>
  </p:clrMapOvr>
  <p:transition>
    <p:fade/>
  </p:transition>
  <p:extLst>
    <p:ext uri="{DCECCB84-F9BA-43D5-87BE-67443E8EF086}">
      <p15:sldGuideLst xmlns:p15="http://schemas.microsoft.com/office/powerpoint/2012/main">
        <p15:guide id="2" orient="horz" pos="1162" userDrawn="1">
          <p15:clr>
            <a:srgbClr val="5ACBF0"/>
          </p15:clr>
        </p15:guide>
        <p15:guide id="3" orient="horz" pos="288">
          <p15:clr>
            <a:srgbClr val="5ACBF0"/>
          </p15:clr>
        </p15:guide>
        <p15:guide id="5" orient="horz" pos="904">
          <p15:clr>
            <a:srgbClr val="5ACBF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eader Background Two Column Bullet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D3A5130-10A1-954A-B139-8F920AB6EC86}"/>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nchor="ctr"/>
          <a:lstStyle>
            <a:lvl1pPr>
              <a:defRPr>
                <a:solidFill>
                  <a:schemeClr val="accent3"/>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844674"/>
            <a:ext cx="5211763" cy="4424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844674"/>
            <a:ext cx="5219700" cy="4424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28703027"/>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Header Background Two Column Non-bulleted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6D08175-261D-A74C-8918-CB97ADB19271}"/>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lstStyle>
            <a:lvl1pPr>
              <a:defRPr>
                <a:solidFill>
                  <a:schemeClr val="accent3"/>
                </a:solidFill>
              </a:defRPr>
            </a:lvl1pPr>
          </a:lstStyle>
          <a:p>
            <a:r>
              <a:rPr lang="en-US"/>
              <a:t>Click to edit Master title style</a:t>
            </a:r>
          </a:p>
        </p:txBody>
      </p:sp>
      <p:sp>
        <p:nvSpPr>
          <p:cNvPr id="4" name="Text Placeholder 3"/>
          <p:cNvSpPr>
            <a:spLocks noGrp="1"/>
          </p:cNvSpPr>
          <p:nvPr>
            <p:ph type="body" sz="quarter" idx="10"/>
          </p:nvPr>
        </p:nvSpPr>
        <p:spPr>
          <a:xfrm>
            <a:off x="584200" y="1853052"/>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844675"/>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58693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Header Background Two Column Content with Subhead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941E1A-46FF-9B43-8237-B9FAC6645B8E}"/>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851161"/>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495686"/>
            <a:ext cx="5214937" cy="3773352"/>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844675"/>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489200"/>
            <a:ext cx="5214937" cy="3779838"/>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330693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Header Background Three Column Bullet with Subtitles">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5B0B838-FFE7-3848-8346-94C828955739}"/>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7971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7905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7971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22089322"/>
      </p:ext>
    </p:extLst>
  </p:cSld>
  <p:clrMapOvr>
    <a:masterClrMapping/>
  </p:clrMapOvr>
  <p:transition>
    <p:fade/>
  </p:transition>
  <p:extLst>
    <p:ext uri="{DCECCB84-F9BA-43D5-87BE-67443E8EF086}">
      <p15:sldGuideLst xmlns:p15="http://schemas.microsoft.com/office/powerpoint/2012/main">
        <p15:guide id="3" orient="horz" pos="1162" userDrawn="1">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Header Background Four Column Bullet with Subtitle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D56507-64E9-FD49-A968-94669A530F35}"/>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8446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6895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8446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6828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8446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6895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8446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6828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5996806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162" userDrawn="1">
          <p15:clr>
            <a:srgbClr val="5ACBF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Header Line 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nchor="ct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7" name="Straight Connector 6">
            <a:extLst>
              <a:ext uri="{FF2B5EF4-FFF2-40B4-BE49-F238E27FC236}">
                <a16:creationId xmlns:a16="http://schemas.microsoft.com/office/drawing/2014/main" id="{8EDAE969-6DFB-AD4B-A4BB-4C9D04F1489D}"/>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125104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Header Line 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nchor="ctr"/>
          <a:lstStyle>
            <a:lvl1pPr>
              <a:defRPr>
                <a:solidFill>
                  <a:schemeClr val="tx1"/>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AE9361ED-1B01-E94D-9CDA-29127BEC918D}"/>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522741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Header Line 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lstStyle>
            <a:lvl1pPr>
              <a:defRPr>
                <a:solidFill>
                  <a:schemeClr val="tx1"/>
                </a:solidFill>
              </a:defRPr>
            </a:lvl1p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6161C8D7-A314-D146-8B0F-88DAD8C243A2}"/>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33180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_Header Background 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43174"/>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7699"/>
            <a:ext cx="5214937" cy="3773352"/>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3"/>
            <a:ext cx="5214937" cy="3779838"/>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B52B4BDF-7433-F544-8549-B08FCF3FD2A9}"/>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757613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Header Line 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CF841732-6515-3E42-A4B2-E3983B953B2A}"/>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2168791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Header Line 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F6A269D7-BC15-0043-AAC1-8EE9E66292B3}"/>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4675876"/>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Header Line Four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cxnSp>
        <p:nvCxnSpPr>
          <p:cNvPr id="12" name="Straight Connector 11">
            <a:extLst>
              <a:ext uri="{FF2B5EF4-FFF2-40B4-BE49-F238E27FC236}">
                <a16:creationId xmlns:a16="http://schemas.microsoft.com/office/drawing/2014/main" id="{F6A269D7-BC15-0043-AAC1-8EE9E66292B3}"/>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4870829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Header Line Blank">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cxnSp>
        <p:nvCxnSpPr>
          <p:cNvPr id="3" name="Straight Connector 2">
            <a:extLst>
              <a:ext uri="{FF2B5EF4-FFF2-40B4-BE49-F238E27FC236}">
                <a16:creationId xmlns:a16="http://schemas.microsoft.com/office/drawing/2014/main" id="{2502F9BD-EF25-7144-AB08-9EDFAA5C2CEA}"/>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38904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6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oAutofit/>
          </a:bodyPr>
          <a:lstStyle/>
          <a:p>
            <a:pPr algn="l"/>
            <a:r>
              <a:rPr lang="en-US" sz="3600">
                <a:solidFill>
                  <a:schemeClr val="tx2"/>
                </a:solidFill>
                <a:latin typeface="+mj-lt"/>
              </a:rPr>
              <a:t>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oAutofit/>
          </a:bodyPr>
          <a:lstStyle/>
          <a:p>
            <a:pPr algn="l"/>
            <a:r>
              <a:rPr lang="en-US" sz="3600">
                <a:solidFill>
                  <a:schemeClr val="tx2"/>
                </a:solidFill>
                <a:latin typeface="+mj-lt"/>
              </a:rPr>
              <a:t>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688861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9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Jan</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Feb</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Mar</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Apr</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chor="ctr">
            <a:noAutofit/>
          </a:bodyPr>
          <a:lstStyle/>
          <a:p>
            <a:pPr algn="l"/>
            <a:r>
              <a:rPr lang="en-US" sz="2800">
                <a:solidFill>
                  <a:schemeClr val="tx2"/>
                </a:solidFill>
                <a:latin typeface="+mj-lt"/>
              </a:rPr>
              <a:t>May</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Jun</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Jul</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Aug</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Sep</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Oct</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chor="ctr">
            <a:noAutofit/>
          </a:bodyPr>
          <a:lstStyle/>
          <a:p>
            <a:pPr algn="l"/>
            <a:r>
              <a:rPr lang="en-US" sz="2800">
                <a:solidFill>
                  <a:schemeClr val="tx2"/>
                </a:solidFill>
                <a:latin typeface="+mj-lt"/>
              </a:rPr>
              <a:t>Nov</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478384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1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chor="ctr">
            <a:noAutofit/>
          </a:bodyPr>
          <a:lstStyle/>
          <a:p>
            <a:pPr algn="l"/>
            <a:r>
              <a:rPr lang="en-US" sz="2000">
                <a:solidFill>
                  <a:schemeClr val="tx2"/>
                </a:solidFill>
                <a:latin typeface="+mj-lt"/>
              </a:rPr>
              <a:t>Week 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chor="ctr">
            <a:noAutofit/>
          </a:bodyPr>
          <a:lstStyle/>
          <a:p>
            <a:pPr algn="l"/>
            <a:r>
              <a:rPr lang="en-US" sz="2000">
                <a:solidFill>
                  <a:schemeClr val="tx2"/>
                </a:solidFill>
                <a:latin typeface="+mj-lt"/>
              </a:rPr>
              <a:t>Week 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213786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3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701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9" name="Text Placeholder 28">
            <a:extLst>
              <a:ext uri="{FF2B5EF4-FFF2-40B4-BE49-F238E27FC236}">
                <a16:creationId xmlns:a16="http://schemas.microsoft.com/office/drawing/2014/main" id="{2B32F430-ED23-B440-BB46-25EFAA521E1A}"/>
              </a:ext>
            </a:extLst>
          </p:cNvPr>
          <p:cNvSpPr>
            <a:spLocks noGrp="1"/>
          </p:cNvSpPr>
          <p:nvPr>
            <p:ph type="body" sz="quarter" idx="22" hasCustomPrompt="1"/>
          </p:nvPr>
        </p:nvSpPr>
        <p:spPr>
          <a:xfrm>
            <a:off x="584200" y="1436688"/>
            <a:ext cx="1595439"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1" name="Text Placeholder 28">
            <a:extLst>
              <a:ext uri="{FF2B5EF4-FFF2-40B4-BE49-F238E27FC236}">
                <a16:creationId xmlns:a16="http://schemas.microsoft.com/office/drawing/2014/main" id="{7BE96FEE-E6DA-2941-AEAC-A1C8FC164091}"/>
              </a:ext>
            </a:extLst>
          </p:cNvPr>
          <p:cNvSpPr>
            <a:spLocks noGrp="1"/>
          </p:cNvSpPr>
          <p:nvPr>
            <p:ph type="body" sz="quarter" idx="23" hasCustomPrompt="1"/>
          </p:nvPr>
        </p:nvSpPr>
        <p:spPr>
          <a:xfrm>
            <a:off x="24701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2" name="Text Placeholder 28">
            <a:extLst>
              <a:ext uri="{FF2B5EF4-FFF2-40B4-BE49-F238E27FC236}">
                <a16:creationId xmlns:a16="http://schemas.microsoft.com/office/drawing/2014/main" id="{8732B004-72E3-4E45-A749-459DEFBC1733}"/>
              </a:ext>
            </a:extLst>
          </p:cNvPr>
          <p:cNvSpPr>
            <a:spLocks noGrp="1"/>
          </p:cNvSpPr>
          <p:nvPr>
            <p:ph type="body" sz="quarter" idx="24" hasCustomPrompt="1"/>
          </p:nvPr>
        </p:nvSpPr>
        <p:spPr>
          <a:xfrm>
            <a:off x="4367808"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6" name="Text Placeholder 28">
            <a:extLst>
              <a:ext uri="{FF2B5EF4-FFF2-40B4-BE49-F238E27FC236}">
                <a16:creationId xmlns:a16="http://schemas.microsoft.com/office/drawing/2014/main" id="{8172C080-65E1-3C46-99C0-978870D28AF8}"/>
              </a:ext>
            </a:extLst>
          </p:cNvPr>
          <p:cNvSpPr>
            <a:spLocks noGrp="1"/>
          </p:cNvSpPr>
          <p:nvPr>
            <p:ph type="body" sz="quarter" idx="28" hasCustomPrompt="1"/>
          </p:nvPr>
        </p:nvSpPr>
        <p:spPr>
          <a:xfrm>
            <a:off x="584200" y="3789040"/>
            <a:ext cx="1595439"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7" name="Text Placeholder 28">
            <a:extLst>
              <a:ext uri="{FF2B5EF4-FFF2-40B4-BE49-F238E27FC236}">
                <a16:creationId xmlns:a16="http://schemas.microsoft.com/office/drawing/2014/main" id="{4928442B-3D98-0B48-9333-273D8587E0E3}"/>
              </a:ext>
            </a:extLst>
          </p:cNvPr>
          <p:cNvSpPr>
            <a:spLocks noGrp="1"/>
          </p:cNvSpPr>
          <p:nvPr>
            <p:ph type="body" sz="quarter" idx="29" hasCustomPrompt="1"/>
          </p:nvPr>
        </p:nvSpPr>
        <p:spPr>
          <a:xfrm>
            <a:off x="24701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8" name="Text Placeholder 28">
            <a:extLst>
              <a:ext uri="{FF2B5EF4-FFF2-40B4-BE49-F238E27FC236}">
                <a16:creationId xmlns:a16="http://schemas.microsoft.com/office/drawing/2014/main" id="{2961F7B7-1EDB-2C43-951E-B36532A1E791}"/>
              </a:ext>
            </a:extLst>
          </p:cNvPr>
          <p:cNvSpPr>
            <a:spLocks noGrp="1"/>
          </p:cNvSpPr>
          <p:nvPr>
            <p:ph type="body" sz="quarter" idx="30" hasCustomPrompt="1"/>
          </p:nvPr>
        </p:nvSpPr>
        <p:spPr>
          <a:xfrm>
            <a:off x="4367808"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Tree>
    <p:extLst>
      <p:ext uri="{BB962C8B-B14F-4D97-AF65-F5344CB8AC3E}">
        <p14:creationId xmlns:p14="http://schemas.microsoft.com/office/powerpoint/2010/main" val="1185091634"/>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12_Header Line 12 Months">
    <p:bg>
      <p:bgPr>
        <a:solidFill>
          <a:schemeClr val="tx2"/>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accent3"/>
                </a:solidFill>
              </a:defRPr>
            </a:lvl1pPr>
          </a:lstStyle>
          <a:p>
            <a:r>
              <a:rPr lang="en-US"/>
              <a:t>Click to edit Master title style</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7015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9" name="Text Placeholder 28">
            <a:extLst>
              <a:ext uri="{FF2B5EF4-FFF2-40B4-BE49-F238E27FC236}">
                <a16:creationId xmlns:a16="http://schemas.microsoft.com/office/drawing/2014/main" id="{2B32F430-ED23-B440-BB46-25EFAA521E1A}"/>
              </a:ext>
            </a:extLst>
          </p:cNvPr>
          <p:cNvSpPr>
            <a:spLocks noGrp="1"/>
          </p:cNvSpPr>
          <p:nvPr>
            <p:ph type="body" sz="quarter" idx="22" hasCustomPrompt="1"/>
          </p:nvPr>
        </p:nvSpPr>
        <p:spPr>
          <a:xfrm>
            <a:off x="584200" y="1436688"/>
            <a:ext cx="1595439"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1" name="Text Placeholder 28">
            <a:extLst>
              <a:ext uri="{FF2B5EF4-FFF2-40B4-BE49-F238E27FC236}">
                <a16:creationId xmlns:a16="http://schemas.microsoft.com/office/drawing/2014/main" id="{7BE96FEE-E6DA-2941-AEAC-A1C8FC164091}"/>
              </a:ext>
            </a:extLst>
          </p:cNvPr>
          <p:cNvSpPr>
            <a:spLocks noGrp="1"/>
          </p:cNvSpPr>
          <p:nvPr>
            <p:ph type="body" sz="quarter" idx="23" hasCustomPrompt="1"/>
          </p:nvPr>
        </p:nvSpPr>
        <p:spPr>
          <a:xfrm>
            <a:off x="247015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2" name="Text Placeholder 28">
            <a:extLst>
              <a:ext uri="{FF2B5EF4-FFF2-40B4-BE49-F238E27FC236}">
                <a16:creationId xmlns:a16="http://schemas.microsoft.com/office/drawing/2014/main" id="{8732B004-72E3-4E45-A749-459DEFBC1733}"/>
              </a:ext>
            </a:extLst>
          </p:cNvPr>
          <p:cNvSpPr>
            <a:spLocks noGrp="1"/>
          </p:cNvSpPr>
          <p:nvPr>
            <p:ph type="body" sz="quarter" idx="24" hasCustomPrompt="1"/>
          </p:nvPr>
        </p:nvSpPr>
        <p:spPr>
          <a:xfrm>
            <a:off x="4367808"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6" name="Text Placeholder 28">
            <a:extLst>
              <a:ext uri="{FF2B5EF4-FFF2-40B4-BE49-F238E27FC236}">
                <a16:creationId xmlns:a16="http://schemas.microsoft.com/office/drawing/2014/main" id="{8172C080-65E1-3C46-99C0-978870D28AF8}"/>
              </a:ext>
            </a:extLst>
          </p:cNvPr>
          <p:cNvSpPr>
            <a:spLocks noGrp="1"/>
          </p:cNvSpPr>
          <p:nvPr>
            <p:ph type="body" sz="quarter" idx="28" hasCustomPrompt="1"/>
          </p:nvPr>
        </p:nvSpPr>
        <p:spPr>
          <a:xfrm>
            <a:off x="584200" y="3789040"/>
            <a:ext cx="1595439"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7" name="Text Placeholder 28">
            <a:extLst>
              <a:ext uri="{FF2B5EF4-FFF2-40B4-BE49-F238E27FC236}">
                <a16:creationId xmlns:a16="http://schemas.microsoft.com/office/drawing/2014/main" id="{4928442B-3D98-0B48-9333-273D8587E0E3}"/>
              </a:ext>
            </a:extLst>
          </p:cNvPr>
          <p:cNvSpPr>
            <a:spLocks noGrp="1"/>
          </p:cNvSpPr>
          <p:nvPr>
            <p:ph type="body" sz="quarter" idx="29" hasCustomPrompt="1"/>
          </p:nvPr>
        </p:nvSpPr>
        <p:spPr>
          <a:xfrm>
            <a:off x="247015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8" name="Text Placeholder 28">
            <a:extLst>
              <a:ext uri="{FF2B5EF4-FFF2-40B4-BE49-F238E27FC236}">
                <a16:creationId xmlns:a16="http://schemas.microsoft.com/office/drawing/2014/main" id="{2961F7B7-1EDB-2C43-951E-B36532A1E791}"/>
              </a:ext>
            </a:extLst>
          </p:cNvPr>
          <p:cNvSpPr>
            <a:spLocks noGrp="1"/>
          </p:cNvSpPr>
          <p:nvPr>
            <p:ph type="body" sz="quarter" idx="30" hasCustomPrompt="1"/>
          </p:nvPr>
        </p:nvSpPr>
        <p:spPr>
          <a:xfrm>
            <a:off x="4367808"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Tree>
    <p:extLst>
      <p:ext uri="{BB962C8B-B14F-4D97-AF65-F5344CB8AC3E}">
        <p14:creationId xmlns:p14="http://schemas.microsoft.com/office/powerpoint/2010/main" val="1598530170"/>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4_Header Line 12 Months">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E9C8D47-3F89-2440-BD17-30886A5B991A}"/>
              </a:ext>
            </a:extLst>
          </p:cNvPr>
          <p:cNvSpPr/>
          <p:nvPr userDrawn="1"/>
        </p:nvSpPr>
        <p:spPr bwMode="auto">
          <a:xfrm>
            <a:off x="0" y="0"/>
            <a:ext cx="5959475"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3477325" cy="1107996"/>
          </a:xfrm>
        </p:spPr>
        <p:txBody>
          <a:bodyPr wrap="square">
            <a:spAutoFit/>
          </a:bodyPr>
          <a:lstStyle>
            <a:lvl1pPr>
              <a:defRPr>
                <a:solidFill>
                  <a:schemeClr val="accent3"/>
                </a:solidFill>
              </a:defRPr>
            </a:lvl1pPr>
          </a:lstStyle>
          <a:p>
            <a:r>
              <a:rPr lang="en-US"/>
              <a:t>Click to edit Master title style</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 name="Text Placeholder 4">
            <a:extLst>
              <a:ext uri="{FF2B5EF4-FFF2-40B4-BE49-F238E27FC236}">
                <a16:creationId xmlns:a16="http://schemas.microsoft.com/office/drawing/2014/main" id="{C0CD7CCE-7A0A-2445-87E0-A18FB3B723C6}"/>
              </a:ext>
            </a:extLst>
          </p:cNvPr>
          <p:cNvSpPr>
            <a:spLocks noGrp="1"/>
          </p:cNvSpPr>
          <p:nvPr>
            <p:ph type="body" sz="quarter" idx="34"/>
          </p:nvPr>
        </p:nvSpPr>
        <p:spPr>
          <a:xfrm>
            <a:off x="584200" y="2017713"/>
            <a:ext cx="3481388" cy="430887"/>
          </a:xfrm>
        </p:spPr>
        <p:txBody>
          <a:bodyPr/>
          <a:lstStyle>
            <a:lvl1pPr marL="0" indent="0">
              <a:buNone/>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212407088"/>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948112344"/>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7" orient="horz" pos="1968">
          <p15:clr>
            <a:srgbClr val="5ACBF0"/>
          </p15:clr>
        </p15:guide>
        <p15:guide id="8" orient="horz" pos="2226">
          <p15:clr>
            <a:srgbClr val="5ACBF0"/>
          </p15:clr>
        </p15:guide>
        <p15:guide id="10" pos="3729" userDrawn="1">
          <p15:clr>
            <a:srgbClr val="C35EA4"/>
          </p15:clr>
        </p15:guide>
        <p15:guide id="11" pos="2993">
          <p15:clr>
            <a:srgbClr val="5ACBF0"/>
          </p15:clr>
        </p15:guide>
        <p15:guide id="12" pos="3543">
          <p15:clr>
            <a:srgbClr val="A4A3A4"/>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51151599"/>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5" orient="horz" pos="2160" userDrawn="1">
          <p15:clr>
            <a:srgbClr val="5ACBF0"/>
          </p15:clr>
        </p15:guide>
        <p15:guide id="6" pos="2991">
          <p15:clr>
            <a:srgbClr val="5ACBF0"/>
          </p15:clr>
        </p15:guide>
        <p15:guide id="7" pos="3728" userDrawn="1">
          <p15:clr>
            <a:srgbClr val="C35EA4"/>
          </p15:clr>
        </p15:guide>
        <p15:guide id="8" pos="3544">
          <p15:clr>
            <a:srgbClr val="A4A3A4"/>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35627901"/>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Title - Square Photo Left">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50285C0-813F-A744-BFD3-CF358EAC839C}"/>
              </a:ext>
            </a:extLst>
          </p:cNvPr>
          <p:cNvSpPr>
            <a:spLocks noGrp="1"/>
          </p:cNvSpPr>
          <p:nvPr>
            <p:ph type="pic" sz="quarter" idx="10"/>
          </p:nvPr>
        </p:nvSpPr>
        <p:spPr>
          <a:xfrm>
            <a:off x="0" y="0"/>
            <a:ext cx="6892925" cy="6858000"/>
          </a:xfrm>
        </p:spPr>
        <p:txBody>
          <a:bodyPr/>
          <a:lstStyle/>
          <a:p>
            <a:r>
              <a:rPr lang="en-US"/>
              <a:t>Click icon to add picture</a:t>
            </a:r>
          </a:p>
        </p:txBody>
      </p:sp>
      <p:sp>
        <p:nvSpPr>
          <p:cNvPr id="6" name="Title 1">
            <a:extLst>
              <a:ext uri="{FF2B5EF4-FFF2-40B4-BE49-F238E27FC236}">
                <a16:creationId xmlns:a16="http://schemas.microsoft.com/office/drawing/2014/main" id="{44B1F25D-69F5-D649-BBA0-613396C764AC}"/>
              </a:ext>
            </a:extLst>
          </p:cNvPr>
          <p:cNvSpPr>
            <a:spLocks noGrp="1"/>
          </p:cNvSpPr>
          <p:nvPr>
            <p:ph type="title" idx="4294967295"/>
          </p:nvPr>
        </p:nvSpPr>
        <p:spPr>
          <a:xfrm>
            <a:off x="7192963" y="457200"/>
            <a:ext cx="4416425" cy="553998"/>
          </a:xfrm>
        </p:spPr>
        <p:txBody>
          <a:bodyPr/>
          <a:lstStyle/>
          <a:p>
            <a:r>
              <a:rPr lang="en-US"/>
              <a:t>Click to edit Master title style</a:t>
            </a:r>
          </a:p>
        </p:txBody>
      </p:sp>
      <p:sp>
        <p:nvSpPr>
          <p:cNvPr id="10" name="Text Placeholder 9">
            <a:extLst>
              <a:ext uri="{FF2B5EF4-FFF2-40B4-BE49-F238E27FC236}">
                <a16:creationId xmlns:a16="http://schemas.microsoft.com/office/drawing/2014/main" id="{A8E421BE-E139-D243-8336-8A8C46F7F743}"/>
              </a:ext>
            </a:extLst>
          </p:cNvPr>
          <p:cNvSpPr>
            <a:spLocks noGrp="1"/>
          </p:cNvSpPr>
          <p:nvPr>
            <p:ph type="body" sz="quarter" idx="11"/>
          </p:nvPr>
        </p:nvSpPr>
        <p:spPr>
          <a:xfrm>
            <a:off x="7192963" y="1436688"/>
            <a:ext cx="3470275" cy="2043636"/>
          </a:xfrm>
        </p:spPr>
        <p:txBody>
          <a:bodyPr/>
          <a:lstStyle>
            <a:lvl1pPr marL="0" indent="0">
              <a:buFontTx/>
              <a:buNone/>
              <a:defRPr/>
            </a:lvl1pPr>
            <a:lvl2pPr marL="228600" indent="0">
              <a:buFontTx/>
              <a:buNone/>
              <a:defRPr/>
            </a:lvl2pPr>
            <a:lvl3pPr marL="457200" indent="0">
              <a:buFontTx/>
              <a:buNone/>
              <a:defRPr/>
            </a:lvl3pPr>
            <a:lvl4pPr marL="661988" indent="0">
              <a:buFontTx/>
              <a:buNone/>
              <a:defRPr/>
            </a:lvl4pPr>
            <a:lvl5pPr marL="855663" indent="0">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352849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8" pos="4342" userDrawn="1">
          <p15:clr>
            <a:srgbClr val="A4A3A4"/>
          </p15:clr>
        </p15:guide>
        <p15:guide id="19" pos="4531" userDrawn="1">
          <p15:clr>
            <a:srgbClr val="A4A3A4"/>
          </p15:clr>
        </p15:guide>
        <p15:guide id="28" orient="horz" pos="905">
          <p15:clr>
            <a:srgbClr val="5ACBF0"/>
          </p15:clr>
        </p15:guide>
        <p15:guide id="30" orient="horz" pos="288">
          <p15:clr>
            <a:srgbClr val="5ACBF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Title - Square Photo Right">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50285C0-813F-A744-BFD3-CF358EAC839C}"/>
              </a:ext>
            </a:extLst>
          </p:cNvPr>
          <p:cNvSpPr>
            <a:spLocks noGrp="1"/>
          </p:cNvSpPr>
          <p:nvPr>
            <p:ph type="pic" sz="quarter" idx="10"/>
          </p:nvPr>
        </p:nvSpPr>
        <p:spPr>
          <a:xfrm>
            <a:off x="5299075" y="0"/>
            <a:ext cx="6892925" cy="6858000"/>
          </a:xfrm>
        </p:spPr>
        <p:txBody>
          <a:bodyPr/>
          <a:lstStyle/>
          <a:p>
            <a:r>
              <a:rPr lang="en-US"/>
              <a:t>Click icon to add picture</a:t>
            </a:r>
          </a:p>
        </p:txBody>
      </p:sp>
      <p:sp>
        <p:nvSpPr>
          <p:cNvPr id="6" name="Title 1">
            <a:extLst>
              <a:ext uri="{FF2B5EF4-FFF2-40B4-BE49-F238E27FC236}">
                <a16:creationId xmlns:a16="http://schemas.microsoft.com/office/drawing/2014/main" id="{44B1F25D-69F5-D649-BBA0-613396C764AC}"/>
              </a:ext>
            </a:extLst>
          </p:cNvPr>
          <p:cNvSpPr>
            <a:spLocks noGrp="1"/>
          </p:cNvSpPr>
          <p:nvPr>
            <p:ph type="title" idx="4294967295"/>
          </p:nvPr>
        </p:nvSpPr>
        <p:spPr>
          <a:xfrm>
            <a:off x="584200" y="457200"/>
            <a:ext cx="4416425" cy="553998"/>
          </a:xfrm>
        </p:spPr>
        <p:txBody>
          <a:bodyPr/>
          <a:lstStyle/>
          <a:p>
            <a:r>
              <a:rPr lang="en-US"/>
              <a:t>Click to edit Master title style</a:t>
            </a:r>
          </a:p>
        </p:txBody>
      </p:sp>
      <p:sp>
        <p:nvSpPr>
          <p:cNvPr id="10" name="Text Placeholder 9">
            <a:extLst>
              <a:ext uri="{FF2B5EF4-FFF2-40B4-BE49-F238E27FC236}">
                <a16:creationId xmlns:a16="http://schemas.microsoft.com/office/drawing/2014/main" id="{A8E421BE-E139-D243-8336-8A8C46F7F743}"/>
              </a:ext>
            </a:extLst>
          </p:cNvPr>
          <p:cNvSpPr>
            <a:spLocks noGrp="1"/>
          </p:cNvSpPr>
          <p:nvPr>
            <p:ph type="body" sz="quarter" idx="11"/>
          </p:nvPr>
        </p:nvSpPr>
        <p:spPr>
          <a:xfrm>
            <a:off x="584200" y="1436688"/>
            <a:ext cx="3470275" cy="2302169"/>
          </a:xfrm>
        </p:spPr>
        <p:txBody>
          <a:bodyPr/>
          <a:lstStyle>
            <a:lvl1pPr marL="0" indent="0">
              <a:buFontTx/>
              <a:buNone/>
              <a:defRPr sz="2200"/>
            </a:lvl1pPr>
            <a:lvl2pPr marL="228600" indent="0">
              <a:buFontTx/>
              <a:buNone/>
              <a:defRPr sz="2200"/>
            </a:lvl2pPr>
            <a:lvl3pPr marL="457200" indent="0">
              <a:buFontTx/>
              <a:buNone/>
              <a:defRPr sz="2200"/>
            </a:lvl3pPr>
            <a:lvl4pPr marL="661988" indent="0">
              <a:buFontTx/>
              <a:buNone/>
              <a:defRPr sz="2200"/>
            </a:lvl4pPr>
            <a:lvl5pPr marL="855663" indent="0">
              <a:buFontTx/>
              <a:buNone/>
              <a:defRPr sz="2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6516701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8" pos="3160" userDrawn="1">
          <p15:clr>
            <a:srgbClr val="A4A3A4"/>
          </p15:clr>
        </p15:guide>
        <p15:guide id="19" pos="3341" userDrawn="1">
          <p15:clr>
            <a:srgbClr val="A4A3A4"/>
          </p15:clr>
        </p15:guide>
        <p15:guide id="28" orient="horz" pos="905">
          <p15:clr>
            <a:srgbClr val="5ACBF0"/>
          </p15:clr>
        </p15:guide>
        <p15:guide id="30" orient="horz" pos="288">
          <p15:clr>
            <a:srgbClr val="5ACBF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Photo full bleed upp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585789"/>
            <a:ext cx="12192000" cy="1362282"/>
          </a:xfrm>
          <a:noFill/>
        </p:spPr>
        <p:txBody>
          <a:bodyPr lIns="585216" tIns="0" rIns="585216" bIns="586800" anchor="t"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179627729"/>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861443602"/>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03402083"/>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1_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5" name="Title 1">
            <a:extLst>
              <a:ext uri="{FF2B5EF4-FFF2-40B4-BE49-F238E27FC236}">
                <a16:creationId xmlns:a16="http://schemas.microsoft.com/office/drawing/2014/main" id="{04D80903-AB2F-EA47-B1B9-181A4D5084E7}"/>
              </a:ext>
            </a:extLst>
          </p:cNvPr>
          <p:cNvSpPr txBox="1">
            <a:spLocks/>
          </p:cNvSpPr>
          <p:nvPr userDrawn="1"/>
        </p:nvSpPr>
        <p:spPr>
          <a:xfrm>
            <a:off x="584200" y="2425780"/>
            <a:ext cx="5511800" cy="1107996"/>
          </a:xfrm>
          <a:prstGeom prst="rect">
            <a:avLst/>
          </a:prstGeom>
          <a:noFill/>
        </p:spPr>
        <p:txBody>
          <a:bodyPr vert="horz" wrap="square" lIns="0" tIns="0" rIns="0" bIns="0" rtlCol="0" anchor="b" anchorCtr="0">
            <a:spAutoFit/>
          </a:bodyPr>
          <a:lstStyle>
            <a:lvl1pPr algn="l" defTabSz="932742" rtl="0" eaLnBrk="1" latinLnBrk="0" hangingPunct="1">
              <a:lnSpc>
                <a:spcPct val="100000"/>
              </a:lnSpc>
              <a:spcBef>
                <a:spcPct val="0"/>
              </a:spcBef>
              <a:buNone/>
              <a:defRPr lang="en-US" sz="3600" b="0" kern="1200" cap="none" spc="-50" baseline="0">
                <a:ln w="3175">
                  <a:noFill/>
                </a:ln>
                <a:solidFill>
                  <a:schemeClr val="tx1"/>
                </a:solidFill>
                <a:effectLst/>
                <a:latin typeface="+mj-lt"/>
                <a:ea typeface="+mn-ea"/>
                <a:cs typeface="Segoe UI" panose="020B0502040204020203" pitchFamily="34" charset="0"/>
              </a:defRPr>
            </a:lvl1pPr>
          </a:lstStyle>
          <a:p>
            <a:r>
              <a:rPr lang="en-US"/>
              <a:t>Event name or presentation title </a:t>
            </a:r>
          </a:p>
        </p:txBody>
      </p:sp>
      <p:sp>
        <p:nvSpPr>
          <p:cNvPr id="7" name="Text Placeholder 4">
            <a:extLst>
              <a:ext uri="{FF2B5EF4-FFF2-40B4-BE49-F238E27FC236}">
                <a16:creationId xmlns:a16="http://schemas.microsoft.com/office/drawing/2014/main" id="{A200C02C-4314-EE45-A300-21710CAE4FE5}"/>
              </a:ext>
            </a:extLst>
          </p:cNvPr>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9" name="MS logo white - EMF" descr="Microsoft logo white text version">
            <a:extLst>
              <a:ext uri="{FF2B5EF4-FFF2-40B4-BE49-F238E27FC236}">
                <a16:creationId xmlns:a16="http://schemas.microsoft.com/office/drawing/2014/main" id="{EDE56B65-3E69-6146-8830-D107DE1E3AE7}"/>
              </a:ext>
            </a:extLst>
          </p:cNvPr>
          <p:cNvPicPr>
            <a:picLocks noChangeAspect="1"/>
          </p:cNvPicPr>
          <p:nvPr userDrawn="1"/>
        </p:nvPicPr>
        <p:blipFill>
          <a:blip r:embed="rId3"/>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419094434"/>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096866871"/>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userDrawn="1">
          <p15:clr>
            <a:srgbClr val="5ACBF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9083819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userDrawn="1">
          <p15:clr>
            <a:srgbClr val="5ACBF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251365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866287"/>
            <a:ext cx="11018520" cy="553998"/>
          </a:xfrm>
        </p:spPr>
        <p:txBody>
          <a:bodyPr anchor="ctr"/>
          <a:lstStyle>
            <a:lvl1pPr algn="l">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2058752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46059488"/>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userDrawn="1">
          <p15:clr>
            <a:srgbClr val="5ACBF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42252135"/>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userDrawn="1">
          <p15:clr>
            <a:srgbClr val="5ACBF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74357050"/>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userDrawn="1">
          <p15:clr>
            <a:srgbClr val="5ACBF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9350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938212"/>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8CE10F07-B8D9-4B69-A567-8BEDE6973D9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624772569"/>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4" orient="horz" pos="3209" userDrawn="1">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userDrawn="1">
          <p15:clr>
            <a:srgbClr val="5ACBF0"/>
          </p15:clr>
        </p15:guide>
        <p15:guide id="15" pos="3451" userDrawn="1">
          <p15:clr>
            <a:srgbClr val="5ACBF0"/>
          </p15:clr>
        </p15:guide>
        <p15:guide id="16" pos="4229" userDrawn="1">
          <p15:clr>
            <a:srgbClr val="5ACBF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982817732"/>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userDrawn="1">
          <p15:clr>
            <a:srgbClr val="5ACBF0"/>
          </p15:clr>
        </p15:guide>
        <p15:guide id="15" pos="2168" userDrawn="1">
          <p15:clr>
            <a:srgbClr val="5ACBF0"/>
          </p15:clr>
        </p15:guide>
        <p15:guide id="16" pos="2944" userDrawn="1">
          <p15:clr>
            <a:srgbClr val="5ACBF0"/>
          </p15:clr>
        </p15:guide>
        <p15:guide id="17" pos="4738" userDrawn="1">
          <p15:clr>
            <a:srgbClr val="5ACBF0"/>
          </p15:clr>
        </p15:guide>
        <p15:guide id="18" pos="5514" userDrawn="1">
          <p15:clr>
            <a:srgbClr val="5ACBF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45299928"/>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userDrawn="1">
          <p15:clr>
            <a:srgbClr val="5ACBF0"/>
          </p15:clr>
        </p15:guide>
        <p15:guide id="16" pos="1524" userDrawn="1">
          <p15:clr>
            <a:srgbClr val="5ACBF0"/>
          </p15:clr>
        </p15:guide>
        <p15:guide id="17" pos="2298" userDrawn="1">
          <p15:clr>
            <a:srgbClr val="5ACBF0"/>
          </p15:clr>
        </p15:guide>
        <p15:guide id="18" pos="3450" userDrawn="1">
          <p15:clr>
            <a:srgbClr val="5ACBF0"/>
          </p15:clr>
        </p15:guide>
        <p15:guide id="19" pos="4230" userDrawn="1">
          <p15:clr>
            <a:srgbClr val="5ACBF0"/>
          </p15:clr>
        </p15:guide>
        <p15:guide id="20" pos="5380" userDrawn="1">
          <p15:clr>
            <a:srgbClr val="5ACBF0"/>
          </p15:clr>
        </p15:guide>
        <p15:guide id="21" pos="6156" userDrawn="1">
          <p15:clr>
            <a:srgbClr val="5ACBF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605903995"/>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561602646"/>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userDrawn="1">
          <p15:clr>
            <a:srgbClr val="5ACBF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6753169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userDrawn="1">
          <p15:clr>
            <a:srgbClr val="5ACBF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74646849"/>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userDrawn="1">
          <p15:clr>
            <a:srgbClr val="5ACBF0"/>
          </p15:clr>
        </p15:guide>
        <p15:guide id="3" pos="6216" userDrawn="1">
          <p15:clr>
            <a:srgbClr val="5ACBF0"/>
          </p15:clr>
        </p15:guide>
        <p15:guide id="5" pos="5850" userDrawn="1">
          <p15:clr>
            <a:srgbClr val="5ACBF0"/>
          </p15:clr>
        </p15:guide>
        <p15:guide id="7" pos="4392" userDrawn="1">
          <p15:clr>
            <a:srgbClr val="5ACBF0"/>
          </p15:clr>
        </p15:guide>
        <p15:guide id="8" pos="3292" userDrawn="1">
          <p15:clr>
            <a:srgbClr val="5ACBF0"/>
          </p15:clr>
        </p15:guide>
        <p15:guide id="10" pos="2926">
          <p15:clr>
            <a:srgbClr val="5ACBF0"/>
          </p15:clr>
        </p15:guide>
        <p15:guide id="11" pos="4754" userDrawn="1">
          <p15:clr>
            <a:srgbClr val="5ACBF0"/>
          </p15:clr>
        </p15:guide>
        <p15:guide id="13" pos="1464" userDrawn="1">
          <p15:clr>
            <a:srgbClr val="5ACBF0"/>
          </p15:clr>
        </p15:guide>
        <p15:guide id="14" orient="horz" pos="1440">
          <p15:clr>
            <a:srgbClr val="5ACBF0"/>
          </p15:clr>
        </p15:guide>
        <p15:guide id="15" pos="1830" userDrawn="1">
          <p15:clr>
            <a:srgbClr val="5ACBF0"/>
          </p15:clr>
        </p15:guide>
        <p15:guide id="16" orient="horz" pos="2533" userDrawn="1">
          <p15:clr>
            <a:srgbClr val="5ACBF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Quote slide 1b">
    <p:bg>
      <p:bgRef idx="1001">
        <a:schemeClr val="bg2"/>
      </p:bgRef>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DD89A49A-58E0-6646-8574-0B0729961CFB}"/>
              </a:ext>
            </a:extLst>
          </p:cNvPr>
          <p:cNvSpPr>
            <a:spLocks noGrp="1"/>
          </p:cNvSpPr>
          <p:nvPr>
            <p:ph type="body" sz="quarter" idx="18" hasCustomPrompt="1"/>
          </p:nvPr>
        </p:nvSpPr>
        <p:spPr>
          <a:xfrm>
            <a:off x="1739900" y="3779493"/>
            <a:ext cx="5795963" cy="276999"/>
          </a:xfrm>
        </p:spPr>
        <p:txBody>
          <a:bodyPr/>
          <a:lstStyle>
            <a:lvl1pPr marL="0" indent="0" algn="l">
              <a:spcBef>
                <a:spcPts val="0"/>
              </a:spcBef>
              <a:buNone/>
              <a:defRPr sz="1800">
                <a:solidFill>
                  <a:schemeClr val="tx1"/>
                </a:solidFill>
                <a:latin typeface="+mj-lt"/>
              </a:defRPr>
            </a:lvl1pPr>
          </a:lstStyle>
          <a:p>
            <a:pPr lvl="0"/>
            <a:r>
              <a:rPr lang="en-US"/>
              <a:t>Name attribute</a:t>
            </a:r>
          </a:p>
        </p:txBody>
      </p:sp>
      <p:sp>
        <p:nvSpPr>
          <p:cNvPr id="9" name="Text Placeholder 3">
            <a:extLst>
              <a:ext uri="{FF2B5EF4-FFF2-40B4-BE49-F238E27FC236}">
                <a16:creationId xmlns:a16="http://schemas.microsoft.com/office/drawing/2014/main" id="{53C890AF-C449-E34D-86FC-4BE82A41ED0D}"/>
              </a:ext>
            </a:extLst>
          </p:cNvPr>
          <p:cNvSpPr>
            <a:spLocks noGrp="1"/>
          </p:cNvSpPr>
          <p:nvPr>
            <p:ph type="body" sz="quarter" idx="20" hasCustomPrompt="1"/>
          </p:nvPr>
        </p:nvSpPr>
        <p:spPr>
          <a:xfrm>
            <a:off x="1739900" y="4077072"/>
            <a:ext cx="5795963" cy="215444"/>
          </a:xfrm>
        </p:spPr>
        <p:txBody>
          <a:bodyPr/>
          <a:lstStyle>
            <a:lvl1pPr marL="0" indent="0" algn="l">
              <a:spcBef>
                <a:spcPts val="0"/>
              </a:spcBef>
              <a:buNone/>
              <a:defRPr sz="1400">
                <a:solidFill>
                  <a:schemeClr val="tx1"/>
                </a:solidFill>
                <a:latin typeface="+mn-lt"/>
              </a:defRPr>
            </a:lvl1pPr>
          </a:lstStyle>
          <a:p>
            <a:pPr lvl="0"/>
            <a:r>
              <a:rPr lang="en-US"/>
              <a:t>Job title or another attribute</a:t>
            </a:r>
          </a:p>
        </p:txBody>
      </p:sp>
      <p:sp>
        <p:nvSpPr>
          <p:cNvPr id="10" name="Title 1">
            <a:extLst>
              <a:ext uri="{FF2B5EF4-FFF2-40B4-BE49-F238E27FC236}">
                <a16:creationId xmlns:a16="http://schemas.microsoft.com/office/drawing/2014/main" id="{4B9A47D2-7C06-3E47-802E-BD98760204B1}"/>
              </a:ext>
            </a:extLst>
          </p:cNvPr>
          <p:cNvSpPr>
            <a:spLocks noGrp="1"/>
          </p:cNvSpPr>
          <p:nvPr>
            <p:ph type="title" hasCustomPrompt="1"/>
          </p:nvPr>
        </p:nvSpPr>
        <p:spPr>
          <a:xfrm>
            <a:off x="1739899" y="2025650"/>
            <a:ext cx="9866313" cy="1661993"/>
          </a:xfrm>
        </p:spPr>
        <p:txBody>
          <a:bodyPr anchor="b"/>
          <a:lstStyle>
            <a:lvl1pPr>
              <a:defRPr>
                <a:solidFill>
                  <a:schemeClr val="accent3"/>
                </a:solidFill>
              </a:defRPr>
            </a:lvl1pPr>
          </a:lstStyle>
          <a:p>
            <a:r>
              <a:rPr lang="en-US"/>
              <a:t>Add quote text here Add quote text here Add quote text here Add quote text here Add quote text here</a:t>
            </a:r>
          </a:p>
        </p:txBody>
      </p:sp>
    </p:spTree>
    <p:extLst>
      <p:ext uri="{BB962C8B-B14F-4D97-AF65-F5344CB8AC3E}">
        <p14:creationId xmlns:p14="http://schemas.microsoft.com/office/powerpoint/2010/main" val="327056325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Quote slide 2b">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339D5D9-B234-7B4F-90F8-2A7ABA2E4ABF}"/>
              </a:ext>
            </a:extLst>
          </p:cNvPr>
          <p:cNvSpPr/>
          <p:nvPr userDrawn="1"/>
        </p:nvSpPr>
        <p:spPr bwMode="auto">
          <a:xfrm>
            <a:off x="0" y="0"/>
            <a:ext cx="81280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4" name="Text Placeholder 3">
            <a:extLst>
              <a:ext uri="{FF2B5EF4-FFF2-40B4-BE49-F238E27FC236}">
                <a16:creationId xmlns:a16="http://schemas.microsoft.com/office/drawing/2014/main" id="{549D697E-24D0-AB42-8E18-256C047E4063}"/>
              </a:ext>
            </a:extLst>
          </p:cNvPr>
          <p:cNvSpPr>
            <a:spLocks noGrp="1"/>
          </p:cNvSpPr>
          <p:nvPr>
            <p:ph type="body" sz="quarter" idx="18" hasCustomPrompt="1"/>
          </p:nvPr>
        </p:nvSpPr>
        <p:spPr>
          <a:xfrm>
            <a:off x="8420100" y="2044961"/>
            <a:ext cx="3478213" cy="276999"/>
          </a:xfrm>
        </p:spPr>
        <p:txBody>
          <a:bodyPr/>
          <a:lstStyle>
            <a:lvl1pPr marL="0" indent="0" algn="l">
              <a:spcBef>
                <a:spcPts val="0"/>
              </a:spcBef>
              <a:buNone/>
              <a:defRPr sz="1800">
                <a:latin typeface="+mj-lt"/>
              </a:defRPr>
            </a:lvl1pPr>
          </a:lstStyle>
          <a:p>
            <a:pPr lvl="0"/>
            <a:r>
              <a:rPr lang="en-US"/>
              <a:t>Name attribute</a:t>
            </a:r>
          </a:p>
        </p:txBody>
      </p:sp>
      <p:sp>
        <p:nvSpPr>
          <p:cNvPr id="6" name="Text Placeholder 3">
            <a:extLst>
              <a:ext uri="{FF2B5EF4-FFF2-40B4-BE49-F238E27FC236}">
                <a16:creationId xmlns:a16="http://schemas.microsoft.com/office/drawing/2014/main" id="{BA94D27E-F2D3-4E43-B280-E6CF5DAAF0EF}"/>
              </a:ext>
            </a:extLst>
          </p:cNvPr>
          <p:cNvSpPr>
            <a:spLocks noGrp="1"/>
          </p:cNvSpPr>
          <p:nvPr>
            <p:ph type="body" sz="quarter" idx="20" hasCustomPrompt="1"/>
          </p:nvPr>
        </p:nvSpPr>
        <p:spPr>
          <a:xfrm>
            <a:off x="8420100" y="2342540"/>
            <a:ext cx="3478213" cy="215444"/>
          </a:xfrm>
        </p:spPr>
        <p:txBody>
          <a:bodyPr/>
          <a:lstStyle>
            <a:lvl1pPr marL="0" indent="0" algn="l">
              <a:spcBef>
                <a:spcPts val="0"/>
              </a:spcBef>
              <a:buNone/>
              <a:defRPr sz="1400">
                <a:solidFill>
                  <a:schemeClr val="accent6"/>
                </a:solidFill>
                <a:latin typeface="+mn-lt"/>
              </a:defRPr>
            </a:lvl1pPr>
          </a:lstStyle>
          <a:p>
            <a:pPr lvl="0"/>
            <a:r>
              <a:rPr lang="en-US"/>
              <a:t>Job title or another attribute</a:t>
            </a:r>
          </a:p>
        </p:txBody>
      </p:sp>
      <p:sp>
        <p:nvSpPr>
          <p:cNvPr id="7" name="Title 1">
            <a:extLst>
              <a:ext uri="{FF2B5EF4-FFF2-40B4-BE49-F238E27FC236}">
                <a16:creationId xmlns:a16="http://schemas.microsoft.com/office/drawing/2014/main" id="{89F65E91-FAFD-244C-A86D-629BF5974C9C}"/>
              </a:ext>
            </a:extLst>
          </p:cNvPr>
          <p:cNvSpPr>
            <a:spLocks noGrp="1"/>
          </p:cNvSpPr>
          <p:nvPr>
            <p:ph type="title" hasCustomPrompt="1"/>
          </p:nvPr>
        </p:nvSpPr>
        <p:spPr>
          <a:xfrm>
            <a:off x="1163638" y="2025650"/>
            <a:ext cx="6372225" cy="553998"/>
          </a:xfrm>
        </p:spPr>
        <p:txBody>
          <a:bodyPr anchor="t"/>
          <a:lstStyle>
            <a:lvl1pPr>
              <a:defRPr>
                <a:solidFill>
                  <a:schemeClr val="accent3"/>
                </a:solidFill>
              </a:defRPr>
            </a:lvl1pPr>
          </a:lstStyle>
          <a:p>
            <a:r>
              <a:rPr lang="en-US"/>
              <a:t>Add quote text here</a:t>
            </a:r>
          </a:p>
        </p:txBody>
      </p:sp>
    </p:spTree>
    <p:extLst>
      <p:ext uri="{BB962C8B-B14F-4D97-AF65-F5344CB8AC3E}">
        <p14:creationId xmlns:p14="http://schemas.microsoft.com/office/powerpoint/2010/main" val="160695231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733" userDrawn="1">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Quote slide with picture - alt">
    <p:spTree>
      <p:nvGrpSpPr>
        <p:cNvPr id="1" name=""/>
        <p:cNvGrpSpPr/>
        <p:nvPr/>
      </p:nvGrpSpPr>
      <p:grpSpPr>
        <a:xfrm>
          <a:off x="0" y="0"/>
          <a:ext cx="0" cy="0"/>
          <a:chOff x="0" y="0"/>
          <a:chExt cx="0" cy="0"/>
        </a:xfrm>
      </p:grpSpPr>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hasCustomPrompt="1"/>
          </p:nvPr>
        </p:nvSpPr>
        <p:spPr>
          <a:xfrm>
            <a:off x="1163638" y="3779493"/>
            <a:ext cx="6372225" cy="276999"/>
          </a:xfrm>
        </p:spPr>
        <p:txBody>
          <a:bodyPr/>
          <a:lstStyle>
            <a:lvl1pPr marL="0" indent="0" algn="l">
              <a:spcBef>
                <a:spcPts val="0"/>
              </a:spcBef>
              <a:buNone/>
              <a:defRPr sz="1800">
                <a:solidFill>
                  <a:schemeClr val="accent6"/>
                </a:solidFill>
                <a:latin typeface="+mj-lt"/>
              </a:defRPr>
            </a:lvl1pPr>
          </a:lstStyle>
          <a:p>
            <a:pPr lvl="0"/>
            <a:r>
              <a:rPr lang="en-US"/>
              <a:t>Name attribute</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25" name="Picture Placeholder 24">
            <a:extLst>
              <a:ext uri="{FF2B5EF4-FFF2-40B4-BE49-F238E27FC236}">
                <a16:creationId xmlns:a16="http://schemas.microsoft.com/office/drawing/2014/main" id="{DB4C8BDC-6825-414F-89F2-3D7A2187253C}"/>
              </a:ext>
            </a:extLst>
          </p:cNvPr>
          <p:cNvSpPr>
            <a:spLocks noGrp="1"/>
          </p:cNvSpPr>
          <p:nvPr>
            <p:ph type="pic" sz="quarter" idx="19"/>
          </p:nvPr>
        </p:nvSpPr>
        <p:spPr>
          <a:xfrm>
            <a:off x="7835900" y="0"/>
            <a:ext cx="4356100" cy="6858000"/>
          </a:xfrm>
        </p:spPr>
        <p:txBody>
          <a:bodyPr/>
          <a:lstStyle/>
          <a:p>
            <a:r>
              <a:rPr lang="en-US"/>
              <a:t>Click icon to add picture</a:t>
            </a:r>
          </a:p>
        </p:txBody>
      </p:sp>
      <p:sp>
        <p:nvSpPr>
          <p:cNvPr id="26" name="Text Placeholder 3">
            <a:extLst>
              <a:ext uri="{FF2B5EF4-FFF2-40B4-BE49-F238E27FC236}">
                <a16:creationId xmlns:a16="http://schemas.microsoft.com/office/drawing/2014/main" id="{90DE3A0D-12BA-BE4F-85C2-FCD13F863574}"/>
              </a:ext>
            </a:extLst>
          </p:cNvPr>
          <p:cNvSpPr>
            <a:spLocks noGrp="1"/>
          </p:cNvSpPr>
          <p:nvPr>
            <p:ph type="body" sz="quarter" idx="20" hasCustomPrompt="1"/>
          </p:nvPr>
        </p:nvSpPr>
        <p:spPr>
          <a:xfrm>
            <a:off x="1163638" y="4077072"/>
            <a:ext cx="6372225" cy="215444"/>
          </a:xfrm>
        </p:spPr>
        <p:txBody>
          <a:bodyPr/>
          <a:lstStyle>
            <a:lvl1pPr marL="0" indent="0" algn="l">
              <a:spcBef>
                <a:spcPts val="0"/>
              </a:spcBef>
              <a:buNone/>
              <a:defRPr sz="1400">
                <a:solidFill>
                  <a:schemeClr val="accent6"/>
                </a:solidFill>
                <a:latin typeface="+mn-lt"/>
              </a:defRPr>
            </a:lvl1pPr>
          </a:lstStyle>
          <a:p>
            <a:pPr lvl="0"/>
            <a:r>
              <a:rPr lang="en-US"/>
              <a:t>Job title or another attribute</a:t>
            </a:r>
          </a:p>
        </p:txBody>
      </p:sp>
      <p:sp>
        <p:nvSpPr>
          <p:cNvPr id="27" name="Title 1">
            <a:extLst>
              <a:ext uri="{FF2B5EF4-FFF2-40B4-BE49-F238E27FC236}">
                <a16:creationId xmlns:a16="http://schemas.microsoft.com/office/drawing/2014/main" id="{4AA6D598-4BC5-AF4E-B609-A7442E6DEBD3}"/>
              </a:ext>
            </a:extLst>
          </p:cNvPr>
          <p:cNvSpPr>
            <a:spLocks noGrp="1"/>
          </p:cNvSpPr>
          <p:nvPr>
            <p:ph type="title" hasCustomPrompt="1"/>
          </p:nvPr>
        </p:nvSpPr>
        <p:spPr>
          <a:xfrm>
            <a:off x="1163638" y="2025650"/>
            <a:ext cx="6372225" cy="553998"/>
          </a:xfrm>
        </p:spPr>
        <p:txBody>
          <a:bodyPr anchor="t"/>
          <a:lstStyle>
            <a:lvl1pPr>
              <a:defRPr>
                <a:solidFill>
                  <a:schemeClr val="tx1"/>
                </a:solidFill>
              </a:defRPr>
            </a:lvl1pPr>
          </a:lstStyle>
          <a:p>
            <a:r>
              <a:rPr lang="en-US"/>
              <a:t>Add quote text here</a:t>
            </a:r>
          </a:p>
        </p:txBody>
      </p:sp>
    </p:spTree>
    <p:extLst>
      <p:ext uri="{BB962C8B-B14F-4D97-AF65-F5344CB8AC3E}">
        <p14:creationId xmlns:p14="http://schemas.microsoft.com/office/powerpoint/2010/main" val="1038616751"/>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733" userDrawn="1">
          <p15:clr>
            <a:srgbClr val="5ACBF0"/>
          </p15:clr>
        </p15:guide>
        <p15:guide id="7" pos="4747" userDrawn="1">
          <p15:clr>
            <a:srgbClr val="5ACBF0"/>
          </p15:clr>
        </p15:guide>
        <p15:guide id="8" pos="4936">
          <p15:clr>
            <a:srgbClr val="5ACBF0"/>
          </p15:clr>
        </p15:guide>
        <p15:guide id="9" pos="5123">
          <p15:clr>
            <a:srgbClr val="5ACBF0"/>
          </p15:clr>
        </p15:guide>
        <p15:guide id="10" orient="horz" pos="3465" userDrawn="1">
          <p15:clr>
            <a:srgbClr val="5ACBF0"/>
          </p15:clr>
        </p15:guide>
        <p15:guide id="11" orient="horz" pos="1956" userDrawn="1">
          <p15:clr>
            <a:srgbClr val="FBAE40"/>
          </p15:clr>
        </p15:guide>
        <p15:guide id="12" pos="1096" userDrawn="1">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6696161"/>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04964009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3_Title and text side by sid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48745"/>
          </a:xfrm>
        </p:spPr>
        <p:txBody>
          <a:bodyPr anchor="t">
            <a:noAutofit/>
          </a:bodyPr>
          <a:lstStyle>
            <a:lvl1pPr>
              <a:defRPr>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9"/>
            <a:ext cx="1873779"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783102025"/>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8E03-1EA0-214F-BDD2-BA223F1D4550}"/>
              </a:ext>
            </a:extLst>
          </p:cNvPr>
          <p:cNvSpPr>
            <a:spLocks noGrp="1"/>
          </p:cNvSpPr>
          <p:nvPr>
            <p:ph type="title" hasCustomPrompt="1"/>
          </p:nvPr>
        </p:nvSpPr>
        <p:spPr>
          <a:xfrm>
            <a:off x="588264" y="585788"/>
            <a:ext cx="2534350" cy="548745"/>
          </a:xfrm>
        </p:spPr>
        <p:txBody>
          <a:bodyPr anchor="t">
            <a:noAutofit/>
          </a:bodyPr>
          <a:lstStyle>
            <a:lvl1pPr>
              <a:defRPr sz="2800">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D826C194-5DF2-7441-B8B3-5C47E35F2F7D}"/>
              </a:ext>
            </a:extLst>
          </p:cNvPr>
          <p:cNvSpPr>
            <a:spLocks noGrp="1"/>
          </p:cNvSpPr>
          <p:nvPr>
            <p:ph type="body" sz="quarter" idx="11"/>
          </p:nvPr>
        </p:nvSpPr>
        <p:spPr>
          <a:xfrm>
            <a:off x="4370387" y="585789"/>
            <a:ext cx="158908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4" name="Text Placeholder 2">
            <a:extLst>
              <a:ext uri="{FF2B5EF4-FFF2-40B4-BE49-F238E27FC236}">
                <a16:creationId xmlns:a16="http://schemas.microsoft.com/office/drawing/2014/main" id="{2A8C8003-FE11-344B-91A7-BA3F99AD5E4D}"/>
              </a:ext>
            </a:extLst>
          </p:cNvPr>
          <p:cNvSpPr>
            <a:spLocks noGrp="1"/>
          </p:cNvSpPr>
          <p:nvPr>
            <p:ph type="body" sz="quarter" idx="12"/>
          </p:nvPr>
        </p:nvSpPr>
        <p:spPr>
          <a:xfrm>
            <a:off x="7192963" y="585789"/>
            <a:ext cx="1584325"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5" name="Text Placeholder 2">
            <a:extLst>
              <a:ext uri="{FF2B5EF4-FFF2-40B4-BE49-F238E27FC236}">
                <a16:creationId xmlns:a16="http://schemas.microsoft.com/office/drawing/2014/main" id="{BBB0E468-375A-A74A-AD5E-EDC93E485E78}"/>
              </a:ext>
            </a:extLst>
          </p:cNvPr>
          <p:cNvSpPr>
            <a:spLocks noGrp="1"/>
          </p:cNvSpPr>
          <p:nvPr>
            <p:ph type="body" sz="quarter" idx="13"/>
          </p:nvPr>
        </p:nvSpPr>
        <p:spPr>
          <a:xfrm>
            <a:off x="4370387" y="3429000"/>
            <a:ext cx="158908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 Placeholder 2">
            <a:extLst>
              <a:ext uri="{FF2B5EF4-FFF2-40B4-BE49-F238E27FC236}">
                <a16:creationId xmlns:a16="http://schemas.microsoft.com/office/drawing/2014/main" id="{23306775-7E51-4F44-B99E-7E1D443B99E3}"/>
              </a:ext>
            </a:extLst>
          </p:cNvPr>
          <p:cNvSpPr>
            <a:spLocks noGrp="1"/>
          </p:cNvSpPr>
          <p:nvPr>
            <p:ph type="body" sz="quarter" idx="14"/>
          </p:nvPr>
        </p:nvSpPr>
        <p:spPr>
          <a:xfrm>
            <a:off x="7192963" y="3429000"/>
            <a:ext cx="1584325"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7" name="Text Placeholder 2">
            <a:extLst>
              <a:ext uri="{FF2B5EF4-FFF2-40B4-BE49-F238E27FC236}">
                <a16:creationId xmlns:a16="http://schemas.microsoft.com/office/drawing/2014/main" id="{F1E6FE8E-4450-8545-9451-92092591B45E}"/>
              </a:ext>
            </a:extLst>
          </p:cNvPr>
          <p:cNvSpPr>
            <a:spLocks noGrp="1"/>
          </p:cNvSpPr>
          <p:nvPr>
            <p:ph type="body" sz="quarter" idx="15"/>
          </p:nvPr>
        </p:nvSpPr>
        <p:spPr>
          <a:xfrm>
            <a:off x="10013950" y="585789"/>
            <a:ext cx="159543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8" name="Text Placeholder 2">
            <a:extLst>
              <a:ext uri="{FF2B5EF4-FFF2-40B4-BE49-F238E27FC236}">
                <a16:creationId xmlns:a16="http://schemas.microsoft.com/office/drawing/2014/main" id="{B006F60D-85D6-E049-BDFC-888F7E8E95E3}"/>
              </a:ext>
            </a:extLst>
          </p:cNvPr>
          <p:cNvSpPr>
            <a:spLocks noGrp="1"/>
          </p:cNvSpPr>
          <p:nvPr>
            <p:ph type="body" sz="quarter" idx="16"/>
          </p:nvPr>
        </p:nvSpPr>
        <p:spPr>
          <a:xfrm>
            <a:off x="10013950" y="3429000"/>
            <a:ext cx="159543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Tree>
    <p:extLst>
      <p:ext uri="{BB962C8B-B14F-4D97-AF65-F5344CB8AC3E}">
        <p14:creationId xmlns:p14="http://schemas.microsoft.com/office/powerpoint/2010/main" val="81487467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Left Title 3 Column Righ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8E03-1EA0-214F-BDD2-BA223F1D4550}"/>
              </a:ext>
            </a:extLst>
          </p:cNvPr>
          <p:cNvSpPr>
            <a:spLocks noGrp="1"/>
          </p:cNvSpPr>
          <p:nvPr>
            <p:ph type="title" hasCustomPrompt="1"/>
          </p:nvPr>
        </p:nvSpPr>
        <p:spPr>
          <a:xfrm>
            <a:off x="588264" y="585788"/>
            <a:ext cx="2534350" cy="548745"/>
          </a:xfrm>
        </p:spPr>
        <p:txBody>
          <a:bodyPr anchor="t">
            <a:noAutofit/>
          </a:bodyPr>
          <a:lstStyle>
            <a:lvl1pPr>
              <a:defRPr sz="2800">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D826C194-5DF2-7441-B8B3-5C47E35F2F7D}"/>
              </a:ext>
            </a:extLst>
          </p:cNvPr>
          <p:cNvSpPr>
            <a:spLocks noGrp="1"/>
          </p:cNvSpPr>
          <p:nvPr>
            <p:ph type="body" sz="quarter" idx="11"/>
          </p:nvPr>
        </p:nvSpPr>
        <p:spPr>
          <a:xfrm>
            <a:off x="4370387" y="961465"/>
            <a:ext cx="1589088"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4" name="Text Placeholder 2">
            <a:extLst>
              <a:ext uri="{FF2B5EF4-FFF2-40B4-BE49-F238E27FC236}">
                <a16:creationId xmlns:a16="http://schemas.microsoft.com/office/drawing/2014/main" id="{2A8C8003-FE11-344B-91A7-BA3F99AD5E4D}"/>
              </a:ext>
            </a:extLst>
          </p:cNvPr>
          <p:cNvSpPr>
            <a:spLocks noGrp="1"/>
          </p:cNvSpPr>
          <p:nvPr>
            <p:ph type="body" sz="quarter" idx="12"/>
          </p:nvPr>
        </p:nvSpPr>
        <p:spPr>
          <a:xfrm>
            <a:off x="7192963" y="961465"/>
            <a:ext cx="1584325"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5" name="Text Placeholder 2">
            <a:extLst>
              <a:ext uri="{FF2B5EF4-FFF2-40B4-BE49-F238E27FC236}">
                <a16:creationId xmlns:a16="http://schemas.microsoft.com/office/drawing/2014/main" id="{BBB0E468-375A-A74A-AD5E-EDC93E485E78}"/>
              </a:ext>
            </a:extLst>
          </p:cNvPr>
          <p:cNvSpPr>
            <a:spLocks noGrp="1"/>
          </p:cNvSpPr>
          <p:nvPr>
            <p:ph type="body" sz="quarter" idx="13"/>
          </p:nvPr>
        </p:nvSpPr>
        <p:spPr>
          <a:xfrm>
            <a:off x="4370387" y="3818966"/>
            <a:ext cx="1589088" cy="2453246"/>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6" name="Text Placeholder 2">
            <a:extLst>
              <a:ext uri="{FF2B5EF4-FFF2-40B4-BE49-F238E27FC236}">
                <a16:creationId xmlns:a16="http://schemas.microsoft.com/office/drawing/2014/main" id="{23306775-7E51-4F44-B99E-7E1D443B99E3}"/>
              </a:ext>
            </a:extLst>
          </p:cNvPr>
          <p:cNvSpPr>
            <a:spLocks noGrp="1"/>
          </p:cNvSpPr>
          <p:nvPr>
            <p:ph type="body" sz="quarter" idx="14"/>
          </p:nvPr>
        </p:nvSpPr>
        <p:spPr>
          <a:xfrm>
            <a:off x="7192963" y="3818965"/>
            <a:ext cx="1584325" cy="24532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7" name="Text Placeholder 2">
            <a:extLst>
              <a:ext uri="{FF2B5EF4-FFF2-40B4-BE49-F238E27FC236}">
                <a16:creationId xmlns:a16="http://schemas.microsoft.com/office/drawing/2014/main" id="{F1E6FE8E-4450-8545-9451-92092591B45E}"/>
              </a:ext>
            </a:extLst>
          </p:cNvPr>
          <p:cNvSpPr>
            <a:spLocks noGrp="1"/>
          </p:cNvSpPr>
          <p:nvPr>
            <p:ph type="body" sz="quarter" idx="15"/>
          </p:nvPr>
        </p:nvSpPr>
        <p:spPr>
          <a:xfrm>
            <a:off x="10013950" y="968188"/>
            <a:ext cx="1595438"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8" name="Text Placeholder 2">
            <a:extLst>
              <a:ext uri="{FF2B5EF4-FFF2-40B4-BE49-F238E27FC236}">
                <a16:creationId xmlns:a16="http://schemas.microsoft.com/office/drawing/2014/main" id="{B006F60D-85D6-E049-BDFC-888F7E8E95E3}"/>
              </a:ext>
            </a:extLst>
          </p:cNvPr>
          <p:cNvSpPr>
            <a:spLocks noGrp="1"/>
          </p:cNvSpPr>
          <p:nvPr>
            <p:ph type="body" sz="quarter" idx="16"/>
          </p:nvPr>
        </p:nvSpPr>
        <p:spPr>
          <a:xfrm>
            <a:off x="10013950" y="3832412"/>
            <a:ext cx="1595438" cy="2439800"/>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9" name="Text Placeholder 2">
            <a:extLst>
              <a:ext uri="{FF2B5EF4-FFF2-40B4-BE49-F238E27FC236}">
                <a16:creationId xmlns:a16="http://schemas.microsoft.com/office/drawing/2014/main" id="{CC8AF00F-83DA-104D-A2BF-D2C439FE9BB3}"/>
              </a:ext>
            </a:extLst>
          </p:cNvPr>
          <p:cNvSpPr>
            <a:spLocks noGrp="1"/>
          </p:cNvSpPr>
          <p:nvPr>
            <p:ph type="body" sz="quarter" idx="17" hasCustomPrompt="1"/>
          </p:nvPr>
        </p:nvSpPr>
        <p:spPr>
          <a:xfrm>
            <a:off x="4370387" y="585789"/>
            <a:ext cx="1587600"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1</a:t>
            </a:r>
          </a:p>
        </p:txBody>
      </p:sp>
      <p:sp>
        <p:nvSpPr>
          <p:cNvPr id="10" name="Text Placeholder 2">
            <a:extLst>
              <a:ext uri="{FF2B5EF4-FFF2-40B4-BE49-F238E27FC236}">
                <a16:creationId xmlns:a16="http://schemas.microsoft.com/office/drawing/2014/main" id="{24A44678-F325-7746-8C84-E6F44D505769}"/>
              </a:ext>
            </a:extLst>
          </p:cNvPr>
          <p:cNvSpPr>
            <a:spLocks noGrp="1"/>
          </p:cNvSpPr>
          <p:nvPr>
            <p:ph type="body" sz="quarter" idx="18" hasCustomPrompt="1"/>
          </p:nvPr>
        </p:nvSpPr>
        <p:spPr>
          <a:xfrm>
            <a:off x="7192962" y="585789"/>
            <a:ext cx="1584326"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2</a:t>
            </a:r>
          </a:p>
        </p:txBody>
      </p:sp>
      <p:sp>
        <p:nvSpPr>
          <p:cNvPr id="12" name="Text Placeholder 2">
            <a:extLst>
              <a:ext uri="{FF2B5EF4-FFF2-40B4-BE49-F238E27FC236}">
                <a16:creationId xmlns:a16="http://schemas.microsoft.com/office/drawing/2014/main" id="{0EF3CCAA-003D-324C-9FAA-5B5DC19336A2}"/>
              </a:ext>
            </a:extLst>
          </p:cNvPr>
          <p:cNvSpPr>
            <a:spLocks noGrp="1"/>
          </p:cNvSpPr>
          <p:nvPr>
            <p:ph type="body" sz="quarter" idx="19" hasCustomPrompt="1"/>
          </p:nvPr>
        </p:nvSpPr>
        <p:spPr>
          <a:xfrm>
            <a:off x="10013950" y="585789"/>
            <a:ext cx="1595438"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3</a:t>
            </a:r>
          </a:p>
        </p:txBody>
      </p:sp>
      <p:sp>
        <p:nvSpPr>
          <p:cNvPr id="13" name="Text Placeholder 2">
            <a:extLst>
              <a:ext uri="{FF2B5EF4-FFF2-40B4-BE49-F238E27FC236}">
                <a16:creationId xmlns:a16="http://schemas.microsoft.com/office/drawing/2014/main" id="{C2BCACD0-0017-9A49-9325-DCBC40CB2C2D}"/>
              </a:ext>
            </a:extLst>
          </p:cNvPr>
          <p:cNvSpPr>
            <a:spLocks noGrp="1"/>
          </p:cNvSpPr>
          <p:nvPr>
            <p:ph type="body" sz="quarter" idx="20" hasCustomPrompt="1"/>
          </p:nvPr>
        </p:nvSpPr>
        <p:spPr>
          <a:xfrm>
            <a:off x="4371875" y="3442448"/>
            <a:ext cx="1587600"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4</a:t>
            </a:r>
          </a:p>
        </p:txBody>
      </p:sp>
      <p:sp>
        <p:nvSpPr>
          <p:cNvPr id="14" name="Text Placeholder 2">
            <a:extLst>
              <a:ext uri="{FF2B5EF4-FFF2-40B4-BE49-F238E27FC236}">
                <a16:creationId xmlns:a16="http://schemas.microsoft.com/office/drawing/2014/main" id="{E251C719-BC21-8C4B-9DBC-6E80CFA162A9}"/>
              </a:ext>
            </a:extLst>
          </p:cNvPr>
          <p:cNvSpPr>
            <a:spLocks noGrp="1"/>
          </p:cNvSpPr>
          <p:nvPr>
            <p:ph type="body" sz="quarter" idx="21" hasCustomPrompt="1"/>
          </p:nvPr>
        </p:nvSpPr>
        <p:spPr>
          <a:xfrm>
            <a:off x="7198939" y="3442447"/>
            <a:ext cx="1584326"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5</a:t>
            </a:r>
          </a:p>
        </p:txBody>
      </p:sp>
      <p:sp>
        <p:nvSpPr>
          <p:cNvPr id="15" name="Text Placeholder 2">
            <a:extLst>
              <a:ext uri="{FF2B5EF4-FFF2-40B4-BE49-F238E27FC236}">
                <a16:creationId xmlns:a16="http://schemas.microsoft.com/office/drawing/2014/main" id="{F4273179-F1BC-0844-A024-D6A32BBE630E}"/>
              </a:ext>
            </a:extLst>
          </p:cNvPr>
          <p:cNvSpPr>
            <a:spLocks noGrp="1"/>
          </p:cNvSpPr>
          <p:nvPr>
            <p:ph type="body" sz="quarter" idx="22" hasCustomPrompt="1"/>
          </p:nvPr>
        </p:nvSpPr>
        <p:spPr>
          <a:xfrm>
            <a:off x="10013950" y="3453944"/>
            <a:ext cx="1595438"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6</a:t>
            </a:r>
          </a:p>
        </p:txBody>
      </p:sp>
      <p:sp>
        <p:nvSpPr>
          <p:cNvPr id="17" name="Text Placeholder 16">
            <a:extLst>
              <a:ext uri="{FF2B5EF4-FFF2-40B4-BE49-F238E27FC236}">
                <a16:creationId xmlns:a16="http://schemas.microsoft.com/office/drawing/2014/main" id="{A6C6A35A-94DF-F144-AECD-CDD578CC4A7D}"/>
              </a:ext>
            </a:extLst>
          </p:cNvPr>
          <p:cNvSpPr>
            <a:spLocks noGrp="1"/>
          </p:cNvSpPr>
          <p:nvPr>
            <p:ph type="body" sz="quarter" idx="23"/>
          </p:nvPr>
        </p:nvSpPr>
        <p:spPr>
          <a:xfrm>
            <a:off x="584200" y="1436688"/>
            <a:ext cx="2538413" cy="1249573"/>
          </a:xfrm>
        </p:spPr>
        <p:txBody>
          <a:bodyPr/>
          <a:lstStyle>
            <a:lvl1pPr marL="0" indent="0">
              <a:buNone/>
              <a:defRPr sz="1400">
                <a:solidFill>
                  <a:schemeClr val="tx1"/>
                </a:solidFill>
              </a:defRPr>
            </a:lvl1pPr>
            <a:lvl2pPr marL="228600" indent="0">
              <a:buNone/>
              <a:defRPr sz="1400">
                <a:solidFill>
                  <a:schemeClr val="tx1"/>
                </a:solidFill>
              </a:defRPr>
            </a:lvl2pPr>
            <a:lvl3pPr marL="457200" indent="0">
              <a:buNone/>
              <a:defRPr sz="1400">
                <a:solidFill>
                  <a:schemeClr val="tx1"/>
                </a:solidFill>
              </a:defRPr>
            </a:lvl3pPr>
            <a:lvl4pPr marL="661988" indent="0">
              <a:buNone/>
              <a:defRPr sz="1400">
                <a:solidFill>
                  <a:schemeClr val="tx1"/>
                </a:solidFill>
              </a:defRPr>
            </a:lvl4pPr>
            <a:lvl5pPr marL="855663"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5187997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0" pos="1967">
          <p15:clr>
            <a:srgbClr val="A4A3A4"/>
          </p15:clr>
        </p15:guide>
        <p15:guide id="11" pos="2150">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8" orient="horz" pos="905">
          <p15:clr>
            <a:srgbClr val="5ACBF0"/>
          </p15:clr>
        </p15:guide>
        <p15:guide id="30" orient="horz" pos="288">
          <p15:clr>
            <a:srgbClr val="5ACBF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47770739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le and text side by side multi column">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13" name="Text Placeholder 12">
            <a:extLst>
              <a:ext uri="{FF2B5EF4-FFF2-40B4-BE49-F238E27FC236}">
                <a16:creationId xmlns:a16="http://schemas.microsoft.com/office/drawing/2014/main" id="{5A7F7DDB-BF21-0B40-8DBB-D5BC0B4C25FC}"/>
              </a:ext>
            </a:extLst>
          </p:cNvPr>
          <p:cNvSpPr>
            <a:spLocks noGrp="1"/>
          </p:cNvSpPr>
          <p:nvPr>
            <p:ph type="body" sz="quarter" idx="12" hasCustomPrompt="1"/>
          </p:nvPr>
        </p:nvSpPr>
        <p:spPr>
          <a:xfrm>
            <a:off x="4941888" y="125801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4" name="Text Placeholder 12">
            <a:extLst>
              <a:ext uri="{FF2B5EF4-FFF2-40B4-BE49-F238E27FC236}">
                <a16:creationId xmlns:a16="http://schemas.microsoft.com/office/drawing/2014/main" id="{4BDDDD90-9BFD-D94C-A026-A013126F234B}"/>
              </a:ext>
            </a:extLst>
          </p:cNvPr>
          <p:cNvSpPr>
            <a:spLocks noGrp="1"/>
          </p:cNvSpPr>
          <p:nvPr>
            <p:ph type="body" sz="quarter" idx="13" hasCustomPrompt="1"/>
          </p:nvPr>
        </p:nvSpPr>
        <p:spPr>
          <a:xfrm>
            <a:off x="8688288" y="125801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5" name="Text Placeholder 12">
            <a:extLst>
              <a:ext uri="{FF2B5EF4-FFF2-40B4-BE49-F238E27FC236}">
                <a16:creationId xmlns:a16="http://schemas.microsoft.com/office/drawing/2014/main" id="{232B6EB5-03C8-914E-9180-000AE9B40A6D}"/>
              </a:ext>
            </a:extLst>
          </p:cNvPr>
          <p:cNvSpPr>
            <a:spLocks noGrp="1"/>
          </p:cNvSpPr>
          <p:nvPr>
            <p:ph type="body" sz="quarter" idx="14" hasCustomPrompt="1"/>
          </p:nvPr>
        </p:nvSpPr>
        <p:spPr>
          <a:xfrm>
            <a:off x="4941988" y="296068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6" name="Text Placeholder 12">
            <a:extLst>
              <a:ext uri="{FF2B5EF4-FFF2-40B4-BE49-F238E27FC236}">
                <a16:creationId xmlns:a16="http://schemas.microsoft.com/office/drawing/2014/main" id="{E05CAB66-4649-1E49-8948-4B95A4DA20C6}"/>
              </a:ext>
            </a:extLst>
          </p:cNvPr>
          <p:cNvSpPr>
            <a:spLocks noGrp="1"/>
          </p:cNvSpPr>
          <p:nvPr>
            <p:ph type="body" sz="quarter" idx="15" hasCustomPrompt="1"/>
          </p:nvPr>
        </p:nvSpPr>
        <p:spPr>
          <a:xfrm>
            <a:off x="8688388" y="296068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7" name="Text Placeholder 12">
            <a:extLst>
              <a:ext uri="{FF2B5EF4-FFF2-40B4-BE49-F238E27FC236}">
                <a16:creationId xmlns:a16="http://schemas.microsoft.com/office/drawing/2014/main" id="{42F89A67-E82E-F843-9DEB-23D191BCA6DA}"/>
              </a:ext>
            </a:extLst>
          </p:cNvPr>
          <p:cNvSpPr>
            <a:spLocks noGrp="1"/>
          </p:cNvSpPr>
          <p:nvPr>
            <p:ph type="body" sz="quarter" idx="16" hasCustomPrompt="1"/>
          </p:nvPr>
        </p:nvSpPr>
        <p:spPr>
          <a:xfrm>
            <a:off x="4941988" y="4545013"/>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8" name="Text Placeholder 12">
            <a:extLst>
              <a:ext uri="{FF2B5EF4-FFF2-40B4-BE49-F238E27FC236}">
                <a16:creationId xmlns:a16="http://schemas.microsoft.com/office/drawing/2014/main" id="{0B8598BC-5AC5-AD4D-A8E2-20CD9CD176BF}"/>
              </a:ext>
            </a:extLst>
          </p:cNvPr>
          <p:cNvSpPr>
            <a:spLocks noGrp="1"/>
          </p:cNvSpPr>
          <p:nvPr>
            <p:ph type="body" sz="quarter" idx="17" hasCustomPrompt="1"/>
          </p:nvPr>
        </p:nvSpPr>
        <p:spPr>
          <a:xfrm>
            <a:off x="8688388" y="4545013"/>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Tree>
    <p:extLst>
      <p:ext uri="{BB962C8B-B14F-4D97-AF65-F5344CB8AC3E}">
        <p14:creationId xmlns:p14="http://schemas.microsoft.com/office/powerpoint/2010/main" val="3678369299"/>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30" pos="2376">
          <p15:clr>
            <a:srgbClr val="5ACBF0"/>
          </p15:clr>
        </p15:guide>
        <p15:guide id="31" pos="3113">
          <p15:clr>
            <a:srgbClr val="5ACBF0"/>
          </p15:clr>
        </p15:guide>
        <p15:guide id="32" pos="5473" userDrawn="1">
          <p15:clr>
            <a:srgbClr val="FBAE40"/>
          </p15:clr>
        </p15:guide>
      </p15:sldGuideLst>
    </p:ext>
  </p:extLst>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itle and text side by side multi column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Resources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29" name="Text Placeholder 4">
            <a:extLst>
              <a:ext uri="{FF2B5EF4-FFF2-40B4-BE49-F238E27FC236}">
                <a16:creationId xmlns:a16="http://schemas.microsoft.com/office/drawing/2014/main" id="{8F144F22-0BD6-9648-A319-DDB697CF396B}"/>
              </a:ext>
            </a:extLst>
          </p:cNvPr>
          <p:cNvSpPr>
            <a:spLocks noGrp="1"/>
          </p:cNvSpPr>
          <p:nvPr>
            <p:ph type="body" sz="quarter" idx="12" hasCustomPrompt="1"/>
          </p:nvPr>
        </p:nvSpPr>
        <p:spPr>
          <a:xfrm>
            <a:off x="8688289" y="718472"/>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0" name="Text Placeholder 7">
            <a:extLst>
              <a:ext uri="{FF2B5EF4-FFF2-40B4-BE49-F238E27FC236}">
                <a16:creationId xmlns:a16="http://schemas.microsoft.com/office/drawing/2014/main" id="{5CF58F7B-2211-6646-985A-CAD949B1B5E7}"/>
              </a:ext>
            </a:extLst>
          </p:cNvPr>
          <p:cNvSpPr>
            <a:spLocks noGrp="1"/>
          </p:cNvSpPr>
          <p:nvPr>
            <p:ph type="body" sz="quarter" idx="13" hasCustomPrompt="1"/>
          </p:nvPr>
        </p:nvSpPr>
        <p:spPr>
          <a:xfrm>
            <a:off x="8688288" y="1346405"/>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1" name="Text Placeholder 4">
            <a:extLst>
              <a:ext uri="{FF2B5EF4-FFF2-40B4-BE49-F238E27FC236}">
                <a16:creationId xmlns:a16="http://schemas.microsoft.com/office/drawing/2014/main" id="{405EE505-078A-9D4D-AB44-E74DDB284FDF}"/>
              </a:ext>
            </a:extLst>
          </p:cNvPr>
          <p:cNvSpPr>
            <a:spLocks noGrp="1"/>
          </p:cNvSpPr>
          <p:nvPr>
            <p:ph type="body" sz="quarter" idx="14" hasCustomPrompt="1"/>
          </p:nvPr>
        </p:nvSpPr>
        <p:spPr>
          <a:xfrm>
            <a:off x="4943872" y="718472"/>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2" name="Text Placeholder 7">
            <a:extLst>
              <a:ext uri="{FF2B5EF4-FFF2-40B4-BE49-F238E27FC236}">
                <a16:creationId xmlns:a16="http://schemas.microsoft.com/office/drawing/2014/main" id="{C8C6E084-6AAE-1F47-A359-962769636923}"/>
              </a:ext>
            </a:extLst>
          </p:cNvPr>
          <p:cNvSpPr>
            <a:spLocks noGrp="1"/>
          </p:cNvSpPr>
          <p:nvPr>
            <p:ph type="body" sz="quarter" idx="15" hasCustomPrompt="1"/>
          </p:nvPr>
        </p:nvSpPr>
        <p:spPr>
          <a:xfrm>
            <a:off x="4943871" y="1346405"/>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3" name="Text Placeholder 4">
            <a:extLst>
              <a:ext uri="{FF2B5EF4-FFF2-40B4-BE49-F238E27FC236}">
                <a16:creationId xmlns:a16="http://schemas.microsoft.com/office/drawing/2014/main" id="{1028C337-4BBC-0847-9E7B-072AA5006B67}"/>
              </a:ext>
            </a:extLst>
          </p:cNvPr>
          <p:cNvSpPr>
            <a:spLocks noGrp="1"/>
          </p:cNvSpPr>
          <p:nvPr>
            <p:ph type="body" sz="quarter" idx="16" hasCustomPrompt="1"/>
          </p:nvPr>
        </p:nvSpPr>
        <p:spPr>
          <a:xfrm>
            <a:off x="8688388" y="2528888"/>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4" name="Text Placeholder 7">
            <a:extLst>
              <a:ext uri="{FF2B5EF4-FFF2-40B4-BE49-F238E27FC236}">
                <a16:creationId xmlns:a16="http://schemas.microsoft.com/office/drawing/2014/main" id="{3CA908C0-CC26-994C-BCBB-16677F403D53}"/>
              </a:ext>
            </a:extLst>
          </p:cNvPr>
          <p:cNvSpPr>
            <a:spLocks noGrp="1"/>
          </p:cNvSpPr>
          <p:nvPr>
            <p:ph type="body" sz="quarter" idx="17" hasCustomPrompt="1"/>
          </p:nvPr>
        </p:nvSpPr>
        <p:spPr>
          <a:xfrm>
            <a:off x="8688387" y="3156821"/>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5" name="Text Placeholder 4">
            <a:extLst>
              <a:ext uri="{FF2B5EF4-FFF2-40B4-BE49-F238E27FC236}">
                <a16:creationId xmlns:a16="http://schemas.microsoft.com/office/drawing/2014/main" id="{2DF3FE50-082A-0948-BD94-1E474F8B6650}"/>
              </a:ext>
            </a:extLst>
          </p:cNvPr>
          <p:cNvSpPr>
            <a:spLocks noGrp="1"/>
          </p:cNvSpPr>
          <p:nvPr>
            <p:ph type="body" sz="quarter" idx="18" hasCustomPrompt="1"/>
          </p:nvPr>
        </p:nvSpPr>
        <p:spPr>
          <a:xfrm>
            <a:off x="4943971" y="2528888"/>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6" name="Text Placeholder 7">
            <a:extLst>
              <a:ext uri="{FF2B5EF4-FFF2-40B4-BE49-F238E27FC236}">
                <a16:creationId xmlns:a16="http://schemas.microsoft.com/office/drawing/2014/main" id="{51B46850-7DCD-C045-8688-B3173EA7128A}"/>
              </a:ext>
            </a:extLst>
          </p:cNvPr>
          <p:cNvSpPr>
            <a:spLocks noGrp="1"/>
          </p:cNvSpPr>
          <p:nvPr>
            <p:ph type="body" sz="quarter" idx="19" hasCustomPrompt="1"/>
          </p:nvPr>
        </p:nvSpPr>
        <p:spPr>
          <a:xfrm>
            <a:off x="4943970" y="3156821"/>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7" name="Text Placeholder 4">
            <a:extLst>
              <a:ext uri="{FF2B5EF4-FFF2-40B4-BE49-F238E27FC236}">
                <a16:creationId xmlns:a16="http://schemas.microsoft.com/office/drawing/2014/main" id="{2281B86D-86C4-EF4D-8E51-FA06DC5C129C}"/>
              </a:ext>
            </a:extLst>
          </p:cNvPr>
          <p:cNvSpPr>
            <a:spLocks noGrp="1"/>
          </p:cNvSpPr>
          <p:nvPr>
            <p:ph type="body" sz="quarter" idx="20" hasCustomPrompt="1"/>
          </p:nvPr>
        </p:nvSpPr>
        <p:spPr>
          <a:xfrm>
            <a:off x="8688388" y="4508500"/>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8" name="Text Placeholder 7">
            <a:extLst>
              <a:ext uri="{FF2B5EF4-FFF2-40B4-BE49-F238E27FC236}">
                <a16:creationId xmlns:a16="http://schemas.microsoft.com/office/drawing/2014/main" id="{CD7C6A60-8B27-F941-BE59-3393319E04A8}"/>
              </a:ext>
            </a:extLst>
          </p:cNvPr>
          <p:cNvSpPr>
            <a:spLocks noGrp="1"/>
          </p:cNvSpPr>
          <p:nvPr>
            <p:ph type="body" sz="quarter" idx="21" hasCustomPrompt="1"/>
          </p:nvPr>
        </p:nvSpPr>
        <p:spPr>
          <a:xfrm>
            <a:off x="8688387" y="5136433"/>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9" name="Text Placeholder 4">
            <a:extLst>
              <a:ext uri="{FF2B5EF4-FFF2-40B4-BE49-F238E27FC236}">
                <a16:creationId xmlns:a16="http://schemas.microsoft.com/office/drawing/2014/main" id="{65525191-F6B4-544C-B681-5D4D7614A715}"/>
              </a:ext>
            </a:extLst>
          </p:cNvPr>
          <p:cNvSpPr>
            <a:spLocks noGrp="1"/>
          </p:cNvSpPr>
          <p:nvPr>
            <p:ph type="body" sz="quarter" idx="22" hasCustomPrompt="1"/>
          </p:nvPr>
        </p:nvSpPr>
        <p:spPr>
          <a:xfrm>
            <a:off x="4943971" y="4508500"/>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40" name="Text Placeholder 7">
            <a:extLst>
              <a:ext uri="{FF2B5EF4-FFF2-40B4-BE49-F238E27FC236}">
                <a16:creationId xmlns:a16="http://schemas.microsoft.com/office/drawing/2014/main" id="{382BF458-E658-2448-A63F-544B4E757619}"/>
              </a:ext>
            </a:extLst>
          </p:cNvPr>
          <p:cNvSpPr>
            <a:spLocks noGrp="1"/>
          </p:cNvSpPr>
          <p:nvPr>
            <p:ph type="body" sz="quarter" idx="23" hasCustomPrompt="1"/>
          </p:nvPr>
        </p:nvSpPr>
        <p:spPr>
          <a:xfrm>
            <a:off x="4943970" y="5136433"/>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Tree>
    <p:extLst>
      <p:ext uri="{BB962C8B-B14F-4D97-AF65-F5344CB8AC3E}">
        <p14:creationId xmlns:p14="http://schemas.microsoft.com/office/powerpoint/2010/main" val="152312443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30" pos="2376">
          <p15:clr>
            <a:srgbClr val="5ACBF0"/>
          </p15:clr>
        </p15:guide>
        <p15:guide id="31" pos="3113">
          <p15:clr>
            <a:srgbClr val="5ACBF0"/>
          </p15:clr>
        </p15:guide>
        <p15:guide id="32" pos="5473" userDrawn="1">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2_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75747"/>
          </a:xfrm>
        </p:spPr>
        <p:txBody>
          <a:bodyPr anchor="t">
            <a:noAutofit/>
          </a:bodyPr>
          <a:lstStyle>
            <a:lvl1pPr>
              <a:defRPr>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hasCustomPrompt="1"/>
          </p:nvPr>
        </p:nvSpPr>
        <p:spPr>
          <a:xfrm>
            <a:off x="584200" y="1286005"/>
            <a:ext cx="3187700" cy="4983033"/>
          </a:xfrm>
        </p:spPr>
        <p:txBody>
          <a:bodyPr anchor="t">
            <a:noAutofit/>
          </a:bodyPr>
          <a:lstStyle>
            <a:lvl1pPr marL="0" indent="0">
              <a:spcAft>
                <a:spcPts val="600"/>
              </a:spcAft>
              <a:buFont typeface="Wingdings" panose="05000000000000000000" pitchFamily="2" charset="2"/>
              <a:buNone/>
              <a:defRPr sz="2000">
                <a:solidFill>
                  <a:schemeClr val="bg1"/>
                </a:solidFill>
              </a:defRPr>
            </a:lvl1pPr>
          </a:lstStyle>
          <a:p>
            <a:pPr lvl="0"/>
            <a:r>
              <a:rPr lang="en-US"/>
              <a:t>Subtitle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692486796"/>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_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783590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4200" y="585788"/>
            <a:ext cx="6088063" cy="608698"/>
          </a:xfrm>
        </p:spPr>
        <p:txBody>
          <a:bodyPr anchor="t">
            <a:noAutofit/>
          </a:bodyPr>
          <a:lstStyle>
            <a:lvl1pPr>
              <a:defRPr>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8361404" y="585788"/>
            <a:ext cx="3247983" cy="5683249"/>
          </a:xfrm>
        </p:spPr>
        <p:txBody>
          <a:bodyPr anchor="t">
            <a:noAutofit/>
          </a:bodyPr>
          <a:lstStyle>
            <a:lvl1pPr marL="0" indent="0">
              <a:spcAft>
                <a:spcPts val="600"/>
              </a:spcAft>
              <a:buFont typeface="Wingdings" panose="05000000000000000000" pitchFamily="2" charset="2"/>
              <a:buNone/>
              <a:defRPr sz="2000">
                <a:solidFill>
                  <a:schemeClr val="bg1"/>
                </a:solidFill>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2">
            <a:extLst>
              <a:ext uri="{FF2B5EF4-FFF2-40B4-BE49-F238E27FC236}">
                <a16:creationId xmlns:a16="http://schemas.microsoft.com/office/drawing/2014/main" id="{731C9FF9-0EE9-A946-8C26-107C9EB0E78C}"/>
              </a:ext>
            </a:extLst>
          </p:cNvPr>
          <p:cNvSpPr>
            <a:spLocks noGrp="1"/>
          </p:cNvSpPr>
          <p:nvPr>
            <p:ph type="body" sz="quarter" idx="12"/>
          </p:nvPr>
        </p:nvSpPr>
        <p:spPr>
          <a:xfrm>
            <a:off x="584200" y="1196752"/>
            <a:ext cx="6088063" cy="2232247"/>
          </a:xfrm>
        </p:spPr>
        <p:txBody>
          <a:bodyPr anchor="t">
            <a:noAutofit/>
          </a:bodyPr>
          <a:lstStyle>
            <a:lvl1pPr marL="0" indent="0">
              <a:spcAft>
                <a:spcPts val="600"/>
              </a:spcAft>
              <a:buFont typeface="Wingdings" panose="05000000000000000000" pitchFamily="2" charset="2"/>
              <a:buNone/>
              <a:defRPr sz="2000">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475047256"/>
      </p:ext>
    </p:extLst>
  </p:cSld>
  <p:clrMapOvr>
    <a:masterClrMapping/>
  </p:clrMapOvr>
  <p:transition>
    <p:fade/>
  </p:transition>
  <p:extLst>
    <p:ext uri="{DCECCB84-F9BA-43D5-87BE-67443E8EF086}">
      <p15:sldGuideLst xmlns:p15="http://schemas.microsoft.com/office/powerpoint/2012/main">
        <p15:guide id="13" pos="4929" userDrawn="1">
          <p15:clr>
            <a:srgbClr val="5ACBF0"/>
          </p15:clr>
        </p15:guide>
        <p15:guide id="29" orient="horz" pos="2160">
          <p15:clr>
            <a:srgbClr val="5ACBF0"/>
          </p15:clr>
        </p15:guide>
        <p15:guide id="30" pos="4566" userDrawn="1">
          <p15:clr>
            <a:srgbClr val="5ACBF0"/>
          </p15:clr>
        </p15:guide>
        <p15:guide id="31" pos="4203" userDrawn="1">
          <p15:clr>
            <a:srgbClr val="5ACBF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Title and text side by sid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noAutofit/>
          </a:bodyPr>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noAutofit/>
          </a:bodyPr>
          <a:lstStyle>
            <a:lvl1pPr marL="0" indent="0">
              <a:spcAft>
                <a:spcPts val="600"/>
              </a:spcAft>
              <a:buFont typeface="Wingdings" panose="05000000000000000000" pitchFamily="2" charset="2"/>
              <a:buNone/>
              <a:defRPr>
                <a:solidFill>
                  <a:schemeClr val="tx1"/>
                </a:solidFill>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886443854"/>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Title and text side by side 5">
    <p:bg>
      <p:bgRef idx="1001">
        <a:schemeClr val="bg2"/>
      </p:bgRef>
    </p:bg>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28DDDE60-CF92-3E47-B933-9AD563CFC823}"/>
              </a:ext>
              <a:ext uri="{C183D7F6-B498-43B3-948B-1728B52AA6E4}">
                <adec:decorative xmlns:adec="http://schemas.microsoft.com/office/drawing/2017/decorative" val="1"/>
              </a:ext>
            </a:extLst>
          </p:cNvPr>
          <p:cNvCxnSpPr>
            <a:cxnSpLocks/>
          </p:cNvCxnSpPr>
          <p:nvPr userDrawn="1"/>
        </p:nvCxnSpPr>
        <p:spPr>
          <a:xfrm>
            <a:off x="6096000" y="1989442"/>
            <a:ext cx="0" cy="2879117"/>
          </a:xfrm>
          <a:prstGeom prst="line">
            <a:avLst/>
          </a:prstGeom>
          <a:ln w="28575">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A9E8FB02-E25B-E14D-8924-32CC3949ADD1}"/>
              </a:ext>
            </a:extLst>
          </p:cNvPr>
          <p:cNvSpPr>
            <a:spLocks noGrp="1"/>
          </p:cNvSpPr>
          <p:nvPr>
            <p:ph type="title" hasCustomPrompt="1"/>
          </p:nvPr>
        </p:nvSpPr>
        <p:spPr>
          <a:xfrm>
            <a:off x="588263" y="585788"/>
            <a:ext cx="4894962" cy="5683250"/>
          </a:xfrm>
        </p:spPr>
        <p:txBody>
          <a:bodyPr anchor="ctr">
            <a:noAutofit/>
          </a:bodyPr>
          <a:lstStyle>
            <a:lvl1pPr>
              <a:defRPr>
                <a:solidFill>
                  <a:schemeClr val="accent3"/>
                </a:solidFill>
              </a:defRPr>
            </a:lvl1pPr>
          </a:lstStyle>
          <a:p>
            <a:r>
              <a:rPr lang="en-US"/>
              <a:t>Title</a:t>
            </a:r>
          </a:p>
        </p:txBody>
      </p:sp>
      <p:sp>
        <p:nvSpPr>
          <p:cNvPr id="6" name="Text Placeholder 2">
            <a:extLst>
              <a:ext uri="{FF2B5EF4-FFF2-40B4-BE49-F238E27FC236}">
                <a16:creationId xmlns:a16="http://schemas.microsoft.com/office/drawing/2014/main" id="{C74FD3CD-1AFC-E14A-A565-37F4D59C5377}"/>
              </a:ext>
            </a:extLst>
          </p:cNvPr>
          <p:cNvSpPr>
            <a:spLocks noGrp="1"/>
          </p:cNvSpPr>
          <p:nvPr>
            <p:ph type="body" sz="quarter" idx="11"/>
          </p:nvPr>
        </p:nvSpPr>
        <p:spPr>
          <a:xfrm>
            <a:off x="6672262" y="585788"/>
            <a:ext cx="4937125" cy="5683249"/>
          </a:xfrm>
        </p:spPr>
        <p:txBody>
          <a:bodyPr anchor="ctr">
            <a:noAutofit/>
          </a:bodyPr>
          <a:lstStyle>
            <a:lvl1pPr marL="0" indent="0">
              <a:spcAft>
                <a:spcPts val="600"/>
              </a:spcAft>
              <a:buFont typeface="Wingdings" panose="05000000000000000000" pitchFamily="2" charset="2"/>
              <a:buNone/>
              <a:defRPr>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405326340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6" pos="3749">
          <p15:clr>
            <a:srgbClr val="A4A3A4"/>
          </p15:clr>
        </p15:guide>
        <p15:guide id="17" pos="3931" userDrawn="1">
          <p15:clr>
            <a:srgbClr val="A4A3A4"/>
          </p15:clr>
        </p15:guide>
        <p15:guide id="28" pos="3840">
          <p15:clr>
            <a:srgbClr val="F26B43"/>
          </p15:clr>
        </p15:guide>
        <p15:guide id="29" pos="3454" userDrawn="1">
          <p15:clr>
            <a:srgbClr val="FBAE40"/>
          </p15:clr>
        </p15:guide>
        <p15:guide id="30" pos="4203" userDrawn="1">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Project Profi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753517-0CF4-2145-AABB-8F14C26A09AD}"/>
              </a:ext>
            </a:extLst>
          </p:cNvPr>
          <p:cNvSpPr/>
          <p:nvPr userDrawn="1"/>
        </p:nvSpPr>
        <p:spPr bwMode="auto">
          <a:xfrm>
            <a:off x="-1" y="0"/>
            <a:ext cx="5959475"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62DDA6FD-CC5D-0345-82C4-633849427A60}"/>
              </a:ext>
            </a:extLst>
          </p:cNvPr>
          <p:cNvSpPr>
            <a:spLocks noGrp="1"/>
          </p:cNvSpPr>
          <p:nvPr>
            <p:ph type="title" hasCustomPrompt="1"/>
          </p:nvPr>
        </p:nvSpPr>
        <p:spPr>
          <a:xfrm>
            <a:off x="588263" y="585788"/>
            <a:ext cx="4726687" cy="850900"/>
          </a:xfrm>
        </p:spPr>
        <p:txBody>
          <a:bodyPr anchor="t">
            <a:noAutofit/>
          </a:bodyPr>
          <a:lstStyle>
            <a:lvl1pPr>
              <a:defRPr>
                <a:solidFill>
                  <a:schemeClr val="accent3"/>
                </a:solidFill>
              </a:defRPr>
            </a:lvl1pPr>
          </a:lstStyle>
          <a:p>
            <a:r>
              <a:rPr lang="en-US"/>
              <a:t>Project Name</a:t>
            </a:r>
          </a:p>
        </p:txBody>
      </p:sp>
      <p:cxnSp>
        <p:nvCxnSpPr>
          <p:cNvPr id="11" name="Straight Connector 10">
            <a:extLst>
              <a:ext uri="{FF2B5EF4-FFF2-40B4-BE49-F238E27FC236}">
                <a16:creationId xmlns:a16="http://schemas.microsoft.com/office/drawing/2014/main" id="{B2304FDD-17CA-A147-9CB2-F7A4E83816B0}"/>
              </a:ext>
            </a:extLst>
          </p:cNvPr>
          <p:cNvCxnSpPr/>
          <p:nvPr userDrawn="1"/>
        </p:nvCxnSpPr>
        <p:spPr>
          <a:xfrm>
            <a:off x="6240463" y="2028346"/>
            <a:ext cx="5368925"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7E88AE75-9022-0C40-AABE-5A0B8F88A37D}"/>
              </a:ext>
            </a:extLst>
          </p:cNvPr>
          <p:cNvSpPr>
            <a:spLocks noGrp="1"/>
          </p:cNvSpPr>
          <p:nvPr>
            <p:ph type="body" sz="quarter" idx="10" hasCustomPrompt="1"/>
          </p:nvPr>
        </p:nvSpPr>
        <p:spPr>
          <a:xfrm>
            <a:off x="584201" y="2017713"/>
            <a:ext cx="3481387" cy="2326791"/>
          </a:xfrm>
        </p:spPr>
        <p:txBody>
          <a:bodyPr/>
          <a:lstStyle>
            <a:lvl1pPr marL="0" indent="0">
              <a:lnSpc>
                <a:spcPct val="100000"/>
              </a:lnSpc>
              <a:buNone/>
              <a:defRPr sz="1800">
                <a:solidFill>
                  <a:schemeClr val="bg1"/>
                </a:solidFill>
              </a:defRPr>
            </a:lvl1pPr>
            <a:lvl2pPr marL="228600" indent="0">
              <a:buNone/>
              <a:defRPr sz="1800">
                <a:solidFill>
                  <a:schemeClr val="bg1"/>
                </a:solidFill>
              </a:defRPr>
            </a:lvl2pPr>
            <a:lvl3pPr marL="457200" indent="0">
              <a:buNone/>
              <a:defRPr sz="1800">
                <a:solidFill>
                  <a:schemeClr val="bg1"/>
                </a:solidFill>
              </a:defRPr>
            </a:lvl3pPr>
            <a:lvl4pPr marL="661988" indent="0">
              <a:buNone/>
              <a:defRPr sz="1800">
                <a:solidFill>
                  <a:schemeClr val="bg1"/>
                </a:solidFill>
              </a:defRPr>
            </a:lvl4pPr>
            <a:lvl5pPr marL="855663" indent="0">
              <a:buNone/>
              <a:defRPr sz="1800">
                <a:solidFill>
                  <a:schemeClr val="bg1"/>
                </a:solidFill>
              </a:defRPr>
            </a:lvl5pPr>
          </a:lstStyle>
          <a:p>
            <a:pPr>
              <a:lnSpc>
                <a:spcPct val="100000"/>
              </a:lnSpc>
            </a:pPr>
            <a:r>
              <a:rPr lang="en-US" sz="1800" b="0">
                <a:solidFill>
                  <a:schemeClr val="bg1"/>
                </a:solidFill>
                <a:latin typeface="Segoe UI" panose="020B0502040204020203" pitchFamily="34" charset="0"/>
                <a:cs typeface="Segoe UI" panose="020B0502040204020203" pitchFamily="34" charset="0"/>
              </a:rPr>
              <a:t>Provide more context and a detailed overview of what the project goals are, what you have or hope to accomplish.</a:t>
            </a:r>
          </a:p>
          <a:p>
            <a:pPr>
              <a:lnSpc>
                <a:spcPct val="100000"/>
              </a:lnSpc>
            </a:pPr>
            <a:endParaRPr lang="en-US" sz="1800" b="0">
              <a:solidFill>
                <a:schemeClr val="bg1"/>
              </a:solidFill>
              <a:latin typeface="Segoe UI" panose="020B0502040204020203" pitchFamily="34" charset="0"/>
              <a:cs typeface="Segoe UI" panose="020B0502040204020203" pitchFamily="34" charset="0"/>
            </a:endParaRPr>
          </a:p>
          <a:p>
            <a:pPr>
              <a:lnSpc>
                <a:spcPct val="100000"/>
              </a:lnSpc>
            </a:pPr>
            <a:r>
              <a:rPr lang="en-US" sz="1800" b="0">
                <a:solidFill>
                  <a:schemeClr val="bg1"/>
                </a:solidFill>
                <a:latin typeface="Segoe UI" panose="020B0502040204020203" pitchFamily="34" charset="0"/>
                <a:cs typeface="Segoe UI" panose="020B0502040204020203" pitchFamily="34" charset="0"/>
              </a:rPr>
              <a:t>This space accommodates multiple lines of text so there is enough room to give details.</a:t>
            </a:r>
          </a:p>
        </p:txBody>
      </p:sp>
      <p:sp>
        <p:nvSpPr>
          <p:cNvPr id="32" name="Text Placeholder 31">
            <a:extLst>
              <a:ext uri="{FF2B5EF4-FFF2-40B4-BE49-F238E27FC236}">
                <a16:creationId xmlns:a16="http://schemas.microsoft.com/office/drawing/2014/main" id="{A0CD7186-AF1B-F240-9FA1-9EE24D7F044C}"/>
              </a:ext>
            </a:extLst>
          </p:cNvPr>
          <p:cNvSpPr>
            <a:spLocks noGrp="1"/>
          </p:cNvSpPr>
          <p:nvPr>
            <p:ph type="body" sz="quarter" idx="11" hasCustomPrompt="1"/>
          </p:nvPr>
        </p:nvSpPr>
        <p:spPr>
          <a:xfrm>
            <a:off x="6240463" y="585788"/>
            <a:ext cx="1597025"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$2M</a:t>
            </a:r>
          </a:p>
        </p:txBody>
      </p:sp>
      <p:sp>
        <p:nvSpPr>
          <p:cNvPr id="33" name="Text Placeholder 31">
            <a:extLst>
              <a:ext uri="{FF2B5EF4-FFF2-40B4-BE49-F238E27FC236}">
                <a16:creationId xmlns:a16="http://schemas.microsoft.com/office/drawing/2014/main" id="{7587C738-B53A-F743-AF70-728C3FB00C7E}"/>
              </a:ext>
            </a:extLst>
          </p:cNvPr>
          <p:cNvSpPr>
            <a:spLocks noGrp="1"/>
          </p:cNvSpPr>
          <p:nvPr>
            <p:ph type="body" sz="quarter" idx="12" hasCustomPrompt="1"/>
          </p:nvPr>
        </p:nvSpPr>
        <p:spPr>
          <a:xfrm>
            <a:off x="8148638" y="585788"/>
            <a:ext cx="1560611"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70%</a:t>
            </a:r>
          </a:p>
        </p:txBody>
      </p:sp>
      <p:sp>
        <p:nvSpPr>
          <p:cNvPr id="34" name="Text Placeholder 31">
            <a:extLst>
              <a:ext uri="{FF2B5EF4-FFF2-40B4-BE49-F238E27FC236}">
                <a16:creationId xmlns:a16="http://schemas.microsoft.com/office/drawing/2014/main" id="{51CBA738-F416-D541-8E97-0F3A7416055D}"/>
              </a:ext>
            </a:extLst>
          </p:cNvPr>
          <p:cNvSpPr>
            <a:spLocks noGrp="1"/>
          </p:cNvSpPr>
          <p:nvPr>
            <p:ph type="body" sz="quarter" idx="13" hasCustomPrompt="1"/>
          </p:nvPr>
        </p:nvSpPr>
        <p:spPr>
          <a:xfrm>
            <a:off x="10013951" y="585788"/>
            <a:ext cx="1595438"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300</a:t>
            </a:r>
          </a:p>
        </p:txBody>
      </p:sp>
      <p:sp>
        <p:nvSpPr>
          <p:cNvPr id="36" name="Text Placeholder 35">
            <a:extLst>
              <a:ext uri="{FF2B5EF4-FFF2-40B4-BE49-F238E27FC236}">
                <a16:creationId xmlns:a16="http://schemas.microsoft.com/office/drawing/2014/main" id="{28B23554-69BF-764F-A44D-94C8151E6484}"/>
              </a:ext>
            </a:extLst>
          </p:cNvPr>
          <p:cNvSpPr>
            <a:spLocks noGrp="1"/>
          </p:cNvSpPr>
          <p:nvPr>
            <p:ph type="body" sz="quarter" idx="14" hasCustomPrompt="1"/>
          </p:nvPr>
        </p:nvSpPr>
        <p:spPr>
          <a:xfrm>
            <a:off x="6240463" y="1233489"/>
            <a:ext cx="1571625"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Financial</a:t>
            </a:r>
          </a:p>
          <a:p>
            <a:pPr lvl="0"/>
            <a:r>
              <a:rPr lang="en-US"/>
              <a:t>Value</a:t>
            </a:r>
          </a:p>
        </p:txBody>
      </p:sp>
      <p:sp>
        <p:nvSpPr>
          <p:cNvPr id="37" name="Text Placeholder 35">
            <a:extLst>
              <a:ext uri="{FF2B5EF4-FFF2-40B4-BE49-F238E27FC236}">
                <a16:creationId xmlns:a16="http://schemas.microsoft.com/office/drawing/2014/main" id="{F959484E-ADD1-F94C-8470-0C113E2E167A}"/>
              </a:ext>
            </a:extLst>
          </p:cNvPr>
          <p:cNvSpPr>
            <a:spLocks noGrp="1"/>
          </p:cNvSpPr>
          <p:nvPr>
            <p:ph type="body" sz="quarter" idx="15" hasCustomPrompt="1"/>
          </p:nvPr>
        </p:nvSpPr>
        <p:spPr>
          <a:xfrm>
            <a:off x="8148638" y="1233489"/>
            <a:ext cx="1571625"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Percentage</a:t>
            </a:r>
          </a:p>
          <a:p>
            <a:pPr lvl="0"/>
            <a:r>
              <a:rPr lang="en-US"/>
              <a:t>Value</a:t>
            </a:r>
          </a:p>
        </p:txBody>
      </p:sp>
      <p:sp>
        <p:nvSpPr>
          <p:cNvPr id="38" name="Text Placeholder 35">
            <a:extLst>
              <a:ext uri="{FF2B5EF4-FFF2-40B4-BE49-F238E27FC236}">
                <a16:creationId xmlns:a16="http://schemas.microsoft.com/office/drawing/2014/main" id="{3B6DEB9F-381E-D641-A8C9-29A7CC18D3E2}"/>
              </a:ext>
            </a:extLst>
          </p:cNvPr>
          <p:cNvSpPr>
            <a:spLocks noGrp="1"/>
          </p:cNvSpPr>
          <p:nvPr>
            <p:ph type="body" sz="quarter" idx="16" hasCustomPrompt="1"/>
          </p:nvPr>
        </p:nvSpPr>
        <p:spPr>
          <a:xfrm>
            <a:off x="10013950" y="1233489"/>
            <a:ext cx="1595438"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Additional</a:t>
            </a:r>
          </a:p>
          <a:p>
            <a:pPr lvl="0"/>
            <a:r>
              <a:rPr lang="en-US"/>
              <a:t>Value</a:t>
            </a:r>
          </a:p>
        </p:txBody>
      </p:sp>
      <p:sp>
        <p:nvSpPr>
          <p:cNvPr id="40" name="Text Placeholder 39">
            <a:extLst>
              <a:ext uri="{FF2B5EF4-FFF2-40B4-BE49-F238E27FC236}">
                <a16:creationId xmlns:a16="http://schemas.microsoft.com/office/drawing/2014/main" id="{F5A202A1-4A1F-5843-BD54-EC098D909269}"/>
              </a:ext>
            </a:extLst>
          </p:cNvPr>
          <p:cNvSpPr>
            <a:spLocks noGrp="1"/>
          </p:cNvSpPr>
          <p:nvPr>
            <p:ph type="body" sz="quarter" idx="17" hasCustomPrompt="1"/>
          </p:nvPr>
        </p:nvSpPr>
        <p:spPr>
          <a:xfrm>
            <a:off x="6240463" y="2017713"/>
            <a:ext cx="4422775" cy="704222"/>
          </a:xfrm>
        </p:spPr>
        <p:txBody>
          <a:bodyPr lIns="90000" tIns="46800" rIns="90000" bIns="46800" anchor="b">
            <a:noAutofit/>
          </a:bodyPr>
          <a:lstStyle>
            <a:lvl1pPr marL="0" indent="0">
              <a:buNone/>
              <a:defRPr sz="2400">
                <a:latin typeface="+mj-lt"/>
              </a:defRPr>
            </a:lvl1pPr>
            <a:lvl2pPr marL="228600" indent="0">
              <a:buNone/>
              <a:defRPr>
                <a:latin typeface="+mj-lt"/>
              </a:defRPr>
            </a:lvl2pPr>
            <a:lvl3pPr marL="457200" indent="0">
              <a:buNone/>
              <a:defRPr>
                <a:latin typeface="+mj-lt"/>
              </a:defRPr>
            </a:lvl3pPr>
            <a:lvl4pPr marL="661988" indent="0">
              <a:buNone/>
              <a:defRPr>
                <a:latin typeface="+mj-lt"/>
              </a:defRPr>
            </a:lvl4pPr>
            <a:lvl5pPr marL="855663" indent="0">
              <a:buNone/>
              <a:defRPr>
                <a:latin typeface="+mj-lt"/>
              </a:defRPr>
            </a:lvl5pPr>
          </a:lstStyle>
          <a:p>
            <a:pPr lvl="0"/>
            <a:r>
              <a:rPr lang="en-US"/>
              <a:t>Project goals</a:t>
            </a:r>
          </a:p>
        </p:txBody>
      </p:sp>
      <p:sp>
        <p:nvSpPr>
          <p:cNvPr id="42" name="Text Placeholder 41">
            <a:extLst>
              <a:ext uri="{FF2B5EF4-FFF2-40B4-BE49-F238E27FC236}">
                <a16:creationId xmlns:a16="http://schemas.microsoft.com/office/drawing/2014/main" id="{9E4D6518-F39B-D540-BBC8-F615FE1B6AF1}"/>
              </a:ext>
            </a:extLst>
          </p:cNvPr>
          <p:cNvSpPr>
            <a:spLocks noGrp="1"/>
          </p:cNvSpPr>
          <p:nvPr>
            <p:ph type="body" sz="quarter" idx="18" hasCustomPrompt="1"/>
          </p:nvPr>
        </p:nvSpPr>
        <p:spPr>
          <a:xfrm>
            <a:off x="6240463" y="2977115"/>
            <a:ext cx="5368925" cy="1148317"/>
          </a:xfrm>
        </p:spPr>
        <p:txBody>
          <a:bodyPr lIns="90000" tIns="46800" rIns="90000" bIns="46800">
            <a:noAutofit/>
          </a:bodyPr>
          <a:lstStyle>
            <a:lvl1pPr marL="0" indent="0">
              <a:buNone/>
              <a:defRPr sz="1400">
                <a:solidFill>
                  <a:schemeClr val="accent6"/>
                </a:solidFill>
              </a:defRPr>
            </a:lvl1pPr>
            <a:lvl2pPr marL="228600" indent="0">
              <a:buNone/>
              <a:defRPr>
                <a:solidFill>
                  <a:schemeClr val="accent6"/>
                </a:solidFill>
              </a:defRPr>
            </a:lvl2pPr>
            <a:lvl3pPr marL="457200" indent="0">
              <a:buNone/>
              <a:defRPr>
                <a:solidFill>
                  <a:schemeClr val="accent6"/>
                </a:solidFill>
              </a:defRPr>
            </a:lvl3pPr>
            <a:lvl4pPr marL="661988" indent="0">
              <a:buNone/>
              <a:defRPr>
                <a:solidFill>
                  <a:schemeClr val="accent6"/>
                </a:solidFill>
              </a:defRPr>
            </a:lvl4pPr>
            <a:lvl5pPr marL="855663" indent="0">
              <a:buNone/>
              <a:defRPr>
                <a:solidFill>
                  <a:schemeClr val="accent6"/>
                </a:solidFill>
              </a:defRPr>
            </a:lvl5pPr>
          </a:lstStyle>
          <a:p>
            <a:pPr lvl="0"/>
            <a:r>
              <a:rPr lang="en-US"/>
              <a:t>Descriptive text</a:t>
            </a:r>
          </a:p>
        </p:txBody>
      </p:sp>
      <p:sp>
        <p:nvSpPr>
          <p:cNvPr id="43" name="Text Placeholder 39">
            <a:extLst>
              <a:ext uri="{FF2B5EF4-FFF2-40B4-BE49-F238E27FC236}">
                <a16:creationId xmlns:a16="http://schemas.microsoft.com/office/drawing/2014/main" id="{BFD70A96-999C-1A46-83A7-D06801F55DB7}"/>
              </a:ext>
            </a:extLst>
          </p:cNvPr>
          <p:cNvSpPr>
            <a:spLocks noGrp="1"/>
          </p:cNvSpPr>
          <p:nvPr>
            <p:ph type="body" sz="quarter" idx="19" hasCustomPrompt="1"/>
          </p:nvPr>
        </p:nvSpPr>
        <p:spPr>
          <a:xfrm>
            <a:off x="6240463" y="4161319"/>
            <a:ext cx="4422775" cy="704222"/>
          </a:xfrm>
        </p:spPr>
        <p:txBody>
          <a:bodyPr lIns="90000" tIns="46800" rIns="90000" bIns="46800" anchor="b">
            <a:noAutofit/>
          </a:bodyPr>
          <a:lstStyle>
            <a:lvl1pPr marL="0" indent="0">
              <a:buNone/>
              <a:defRPr sz="2400">
                <a:latin typeface="+mj-lt"/>
              </a:defRPr>
            </a:lvl1pPr>
            <a:lvl2pPr marL="228600" indent="0">
              <a:buNone/>
              <a:defRPr>
                <a:latin typeface="+mj-lt"/>
              </a:defRPr>
            </a:lvl2pPr>
            <a:lvl3pPr marL="457200" indent="0">
              <a:buNone/>
              <a:defRPr>
                <a:latin typeface="+mj-lt"/>
              </a:defRPr>
            </a:lvl3pPr>
            <a:lvl4pPr marL="661988" indent="0">
              <a:buNone/>
              <a:defRPr>
                <a:latin typeface="+mj-lt"/>
              </a:defRPr>
            </a:lvl4pPr>
            <a:lvl5pPr marL="855663" indent="0">
              <a:buNone/>
              <a:defRPr>
                <a:latin typeface="+mj-lt"/>
              </a:defRPr>
            </a:lvl5pPr>
          </a:lstStyle>
          <a:p>
            <a:pPr lvl="0"/>
            <a:r>
              <a:rPr lang="en-US"/>
              <a:t>Project goals</a:t>
            </a:r>
          </a:p>
        </p:txBody>
      </p:sp>
      <p:sp>
        <p:nvSpPr>
          <p:cNvPr id="44" name="Text Placeholder 41">
            <a:extLst>
              <a:ext uri="{FF2B5EF4-FFF2-40B4-BE49-F238E27FC236}">
                <a16:creationId xmlns:a16="http://schemas.microsoft.com/office/drawing/2014/main" id="{F57534EE-A31A-3942-81EF-7420176EDD7B}"/>
              </a:ext>
            </a:extLst>
          </p:cNvPr>
          <p:cNvSpPr>
            <a:spLocks noGrp="1"/>
          </p:cNvSpPr>
          <p:nvPr>
            <p:ph type="body" sz="quarter" idx="20" hasCustomPrompt="1"/>
          </p:nvPr>
        </p:nvSpPr>
        <p:spPr>
          <a:xfrm>
            <a:off x="6240463" y="5120721"/>
            <a:ext cx="5368925" cy="1148317"/>
          </a:xfrm>
        </p:spPr>
        <p:txBody>
          <a:bodyPr lIns="90000" tIns="46800" rIns="90000" bIns="46800">
            <a:noAutofit/>
          </a:bodyPr>
          <a:lstStyle>
            <a:lvl1pPr marL="0" indent="0">
              <a:buNone/>
              <a:defRPr sz="1400">
                <a:solidFill>
                  <a:schemeClr val="accent6"/>
                </a:solidFill>
              </a:defRPr>
            </a:lvl1pPr>
            <a:lvl2pPr marL="228600" indent="0">
              <a:buNone/>
              <a:defRPr>
                <a:solidFill>
                  <a:schemeClr val="accent6"/>
                </a:solidFill>
              </a:defRPr>
            </a:lvl2pPr>
            <a:lvl3pPr marL="457200" indent="0">
              <a:buNone/>
              <a:defRPr>
                <a:solidFill>
                  <a:schemeClr val="accent6"/>
                </a:solidFill>
              </a:defRPr>
            </a:lvl3pPr>
            <a:lvl4pPr marL="661988" indent="0">
              <a:buNone/>
              <a:defRPr>
                <a:solidFill>
                  <a:schemeClr val="accent6"/>
                </a:solidFill>
              </a:defRPr>
            </a:lvl4pPr>
            <a:lvl5pPr marL="855663" indent="0">
              <a:buNone/>
              <a:defRPr>
                <a:solidFill>
                  <a:schemeClr val="accent6"/>
                </a:solidFill>
              </a:defRPr>
            </a:lvl5pPr>
          </a:lstStyle>
          <a:p>
            <a:pPr lvl="0"/>
            <a:r>
              <a:rPr lang="en-US"/>
              <a:t>Descriptive text</a:t>
            </a:r>
          </a:p>
        </p:txBody>
      </p:sp>
    </p:spTree>
    <p:extLst>
      <p:ext uri="{BB962C8B-B14F-4D97-AF65-F5344CB8AC3E}">
        <p14:creationId xmlns:p14="http://schemas.microsoft.com/office/powerpoint/2010/main" val="3455035362"/>
      </p:ext>
    </p:extLst>
  </p:cSld>
  <p:clrMapOvr>
    <a:masterClrMapping/>
  </p:clrMapOvr>
  <p:transition>
    <p:fade/>
  </p:transition>
  <p:extLst>
    <p:ext uri="{DCECCB84-F9BA-43D5-87BE-67443E8EF086}">
      <p15:sldGuideLst xmlns:p15="http://schemas.microsoft.com/office/powerpoint/2012/main">
        <p15:guide id="16" pos="3754" userDrawn="1">
          <p15:clr>
            <a:srgbClr val="A4A3A4"/>
          </p15:clr>
        </p15:guide>
        <p15:guide id="17" pos="3931" userDrawn="1">
          <p15:clr>
            <a:srgbClr val="A4A3A4"/>
          </p15:clr>
        </p15:guide>
        <p15:guide id="20" pos="4937">
          <p15:clr>
            <a:srgbClr val="A4A3A4"/>
          </p15:clr>
        </p15:guide>
        <p15:guide id="21" pos="5133" userDrawn="1">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777" userDrawn="1">
          <p15:clr>
            <a:srgbClr val="FBAE40"/>
          </p15:clr>
        </p15:guide>
        <p15:guide id="32" orient="horz" pos="1162" userDrawn="1">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eam Slide 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753517-0CF4-2145-AABB-8F14C26A09AD}"/>
              </a:ext>
            </a:extLst>
          </p:cNvPr>
          <p:cNvSpPr/>
          <p:nvPr userDrawn="1"/>
        </p:nvSpPr>
        <p:spPr bwMode="auto">
          <a:xfrm>
            <a:off x="-1" y="0"/>
            <a:ext cx="4065589"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62DDA6FD-CC5D-0345-82C4-633849427A60}"/>
              </a:ext>
            </a:extLst>
          </p:cNvPr>
          <p:cNvSpPr>
            <a:spLocks noGrp="1"/>
          </p:cNvSpPr>
          <p:nvPr>
            <p:ph type="title" hasCustomPrompt="1"/>
          </p:nvPr>
        </p:nvSpPr>
        <p:spPr>
          <a:xfrm>
            <a:off x="588264" y="585788"/>
            <a:ext cx="2824862" cy="850900"/>
          </a:xfrm>
        </p:spPr>
        <p:txBody>
          <a:bodyPr anchor="t">
            <a:noAutofit/>
          </a:bodyPr>
          <a:lstStyle>
            <a:lvl1pPr>
              <a:defRPr>
                <a:solidFill>
                  <a:schemeClr val="accent3"/>
                </a:solidFill>
              </a:defRPr>
            </a:lvl1pPr>
          </a:lstStyle>
          <a:p>
            <a:r>
              <a:rPr lang="en-US"/>
              <a:t>Hello</a:t>
            </a:r>
          </a:p>
        </p:txBody>
      </p:sp>
      <p:sp>
        <p:nvSpPr>
          <p:cNvPr id="25" name="Text Placeholder 24">
            <a:extLst>
              <a:ext uri="{FF2B5EF4-FFF2-40B4-BE49-F238E27FC236}">
                <a16:creationId xmlns:a16="http://schemas.microsoft.com/office/drawing/2014/main" id="{687B7084-FB17-304C-A2D7-1145E7FE9D5A}"/>
              </a:ext>
            </a:extLst>
          </p:cNvPr>
          <p:cNvSpPr>
            <a:spLocks noGrp="1"/>
          </p:cNvSpPr>
          <p:nvPr>
            <p:ph type="body" sz="quarter" idx="11" hasCustomPrompt="1"/>
          </p:nvPr>
        </p:nvSpPr>
        <p:spPr>
          <a:xfrm>
            <a:off x="7192963" y="1437685"/>
            <a:ext cx="383540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27" name="Text Placeholder 26">
            <a:extLst>
              <a:ext uri="{FF2B5EF4-FFF2-40B4-BE49-F238E27FC236}">
                <a16:creationId xmlns:a16="http://schemas.microsoft.com/office/drawing/2014/main" id="{0B58D5F9-9ECC-AE4D-AEE6-08C911DE2503}"/>
              </a:ext>
            </a:extLst>
          </p:cNvPr>
          <p:cNvSpPr>
            <a:spLocks noGrp="1"/>
          </p:cNvSpPr>
          <p:nvPr>
            <p:ph type="body" sz="quarter" idx="12" hasCustomPrompt="1"/>
          </p:nvPr>
        </p:nvSpPr>
        <p:spPr>
          <a:xfrm>
            <a:off x="7192963" y="1802269"/>
            <a:ext cx="383540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29" name="Text Placeholder 28">
            <a:extLst>
              <a:ext uri="{FF2B5EF4-FFF2-40B4-BE49-F238E27FC236}">
                <a16:creationId xmlns:a16="http://schemas.microsoft.com/office/drawing/2014/main" id="{688E32A6-35BF-E143-8E34-3EF1E3F217EA}"/>
              </a:ext>
            </a:extLst>
          </p:cNvPr>
          <p:cNvSpPr>
            <a:spLocks noGrp="1"/>
          </p:cNvSpPr>
          <p:nvPr>
            <p:ph type="body" sz="quarter" idx="13" hasCustomPrompt="1"/>
          </p:nvPr>
        </p:nvSpPr>
        <p:spPr>
          <a:xfrm>
            <a:off x="7192963" y="2200939"/>
            <a:ext cx="3835399" cy="1150185"/>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quis</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nostrud</a:t>
            </a:r>
            <a:r>
              <a:rPr lang="en-US" sz="1200" b="0">
                <a:solidFill>
                  <a:srgbClr val="505050"/>
                </a:solidFill>
                <a:latin typeface="Segoe UI" panose="020B0502040204020203" pitchFamily="34" charset="0"/>
                <a:cs typeface="Segoe UI" panose="020B0502040204020203" pitchFamily="34" charset="0"/>
              </a:rPr>
              <a:t> exercitation </a:t>
            </a:r>
            <a:r>
              <a:rPr lang="en-US" sz="1200" b="0" err="1">
                <a:solidFill>
                  <a:srgbClr val="505050"/>
                </a:solidFill>
                <a:latin typeface="Segoe UI" panose="020B0502040204020203" pitchFamily="34" charset="0"/>
                <a:cs typeface="Segoe UI" panose="020B0502040204020203" pitchFamily="34" charset="0"/>
              </a:rPr>
              <a:t>ullamco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laboris</a:t>
            </a:r>
            <a:r>
              <a:rPr lang="en-US" sz="1200" b="0">
                <a:solidFill>
                  <a:srgbClr val="505050"/>
                </a:solidFill>
                <a:latin typeface="Segoe UI" panose="020B0502040204020203" pitchFamily="34" charset="0"/>
                <a:cs typeface="Segoe UI" panose="020B0502040204020203" pitchFamily="34" charset="0"/>
              </a:rPr>
              <a:t> nisi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aliquip</a:t>
            </a:r>
            <a:r>
              <a:rPr lang="en-US" sz="1200" b="0">
                <a:solidFill>
                  <a:srgbClr val="505050"/>
                </a:solidFill>
                <a:latin typeface="Segoe UI" panose="020B0502040204020203" pitchFamily="34" charset="0"/>
                <a:cs typeface="Segoe UI" panose="020B0502040204020203" pitchFamily="34" charset="0"/>
              </a:rPr>
              <a:t> ex </a:t>
            </a:r>
            <a:r>
              <a:rPr lang="en-US" sz="1200" b="0" err="1">
                <a:solidFill>
                  <a:srgbClr val="505050"/>
                </a:solidFill>
                <a:latin typeface="Segoe UI" panose="020B0502040204020203" pitchFamily="34" charset="0"/>
                <a:cs typeface="Segoe UI" panose="020B0502040204020203" pitchFamily="34" charset="0"/>
              </a:rPr>
              <a:t>ea</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commodo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consequat</a:t>
            </a:r>
            <a:r>
              <a:rPr lang="en-US" sz="1200" b="0">
                <a:solidFill>
                  <a:srgbClr val="505050"/>
                </a:solidFill>
                <a:latin typeface="Segoe UI" panose="020B0502040204020203" pitchFamily="34" charset="0"/>
                <a:cs typeface="Segoe UI" panose="020B0502040204020203" pitchFamily="34" charset="0"/>
              </a:rPr>
              <a:t>. </a:t>
            </a:r>
          </a:p>
        </p:txBody>
      </p:sp>
      <p:sp>
        <p:nvSpPr>
          <p:cNvPr id="30" name="Text Placeholder 24">
            <a:extLst>
              <a:ext uri="{FF2B5EF4-FFF2-40B4-BE49-F238E27FC236}">
                <a16:creationId xmlns:a16="http://schemas.microsoft.com/office/drawing/2014/main" id="{0B57611E-E7C7-324D-8BF8-320980FF4F27}"/>
              </a:ext>
            </a:extLst>
          </p:cNvPr>
          <p:cNvSpPr>
            <a:spLocks noGrp="1"/>
          </p:cNvSpPr>
          <p:nvPr>
            <p:ph type="body" sz="quarter" idx="14" hasCustomPrompt="1"/>
          </p:nvPr>
        </p:nvSpPr>
        <p:spPr>
          <a:xfrm>
            <a:off x="7192963" y="4292600"/>
            <a:ext cx="383540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31" name="Text Placeholder 26">
            <a:extLst>
              <a:ext uri="{FF2B5EF4-FFF2-40B4-BE49-F238E27FC236}">
                <a16:creationId xmlns:a16="http://schemas.microsoft.com/office/drawing/2014/main" id="{3340D410-0B5B-4B4B-AEA6-2655A1EB04FD}"/>
              </a:ext>
            </a:extLst>
          </p:cNvPr>
          <p:cNvSpPr>
            <a:spLocks noGrp="1"/>
          </p:cNvSpPr>
          <p:nvPr>
            <p:ph type="body" sz="quarter" idx="15" hasCustomPrompt="1"/>
          </p:nvPr>
        </p:nvSpPr>
        <p:spPr>
          <a:xfrm>
            <a:off x="7192963" y="4657184"/>
            <a:ext cx="383540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32" name="Text Placeholder 28">
            <a:extLst>
              <a:ext uri="{FF2B5EF4-FFF2-40B4-BE49-F238E27FC236}">
                <a16:creationId xmlns:a16="http://schemas.microsoft.com/office/drawing/2014/main" id="{BD35ACAE-2494-4842-AAF6-13BCA3369290}"/>
              </a:ext>
            </a:extLst>
          </p:cNvPr>
          <p:cNvSpPr>
            <a:spLocks noGrp="1"/>
          </p:cNvSpPr>
          <p:nvPr>
            <p:ph type="body" sz="quarter" idx="16" hasCustomPrompt="1"/>
          </p:nvPr>
        </p:nvSpPr>
        <p:spPr>
          <a:xfrm>
            <a:off x="7192963" y="5055854"/>
            <a:ext cx="3835400" cy="1213183"/>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quis</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nostrud</a:t>
            </a:r>
            <a:r>
              <a:rPr lang="en-US" sz="1200" b="0">
                <a:solidFill>
                  <a:srgbClr val="505050"/>
                </a:solidFill>
                <a:latin typeface="Segoe UI" panose="020B0502040204020203" pitchFamily="34" charset="0"/>
                <a:cs typeface="Segoe UI" panose="020B0502040204020203" pitchFamily="34" charset="0"/>
              </a:rPr>
              <a:t> exercitation </a:t>
            </a:r>
            <a:r>
              <a:rPr lang="en-US" sz="1200" b="0" err="1">
                <a:solidFill>
                  <a:srgbClr val="505050"/>
                </a:solidFill>
                <a:latin typeface="Segoe UI" panose="020B0502040204020203" pitchFamily="34" charset="0"/>
                <a:cs typeface="Segoe UI" panose="020B0502040204020203" pitchFamily="34" charset="0"/>
              </a:rPr>
              <a:t>ullamco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laboris</a:t>
            </a:r>
            <a:r>
              <a:rPr lang="en-US" sz="1200" b="0">
                <a:solidFill>
                  <a:srgbClr val="505050"/>
                </a:solidFill>
                <a:latin typeface="Segoe UI" panose="020B0502040204020203" pitchFamily="34" charset="0"/>
                <a:cs typeface="Segoe UI" panose="020B0502040204020203" pitchFamily="34" charset="0"/>
              </a:rPr>
              <a:t> nisi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aliquip</a:t>
            </a:r>
            <a:r>
              <a:rPr lang="en-US" sz="1200" b="0">
                <a:solidFill>
                  <a:srgbClr val="505050"/>
                </a:solidFill>
                <a:latin typeface="Segoe UI" panose="020B0502040204020203" pitchFamily="34" charset="0"/>
                <a:cs typeface="Segoe UI" panose="020B0502040204020203" pitchFamily="34" charset="0"/>
              </a:rPr>
              <a:t> ex </a:t>
            </a:r>
            <a:r>
              <a:rPr lang="en-US" sz="1200" b="0" err="1">
                <a:solidFill>
                  <a:srgbClr val="505050"/>
                </a:solidFill>
                <a:latin typeface="Segoe UI" panose="020B0502040204020203" pitchFamily="34" charset="0"/>
                <a:cs typeface="Segoe UI" panose="020B0502040204020203" pitchFamily="34" charset="0"/>
              </a:rPr>
              <a:t>ea</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commodo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consequat</a:t>
            </a:r>
            <a:r>
              <a:rPr lang="en-US" sz="1200" b="0">
                <a:solidFill>
                  <a:srgbClr val="505050"/>
                </a:solidFill>
                <a:latin typeface="Segoe UI" panose="020B0502040204020203" pitchFamily="34" charset="0"/>
                <a:cs typeface="Segoe UI" panose="020B0502040204020203" pitchFamily="34" charset="0"/>
              </a:rPr>
              <a:t>. </a:t>
            </a:r>
          </a:p>
        </p:txBody>
      </p:sp>
      <p:sp>
        <p:nvSpPr>
          <p:cNvPr id="40" name="Picture Placeholder 39">
            <a:extLst>
              <a:ext uri="{FF2B5EF4-FFF2-40B4-BE49-F238E27FC236}">
                <a16:creationId xmlns:a16="http://schemas.microsoft.com/office/drawing/2014/main" id="{BA73218E-471B-984D-AF23-10EDB19E9A7F}"/>
              </a:ext>
            </a:extLst>
          </p:cNvPr>
          <p:cNvSpPr>
            <a:spLocks noGrp="1"/>
          </p:cNvSpPr>
          <p:nvPr>
            <p:ph type="pic" sz="quarter" idx="17"/>
          </p:nvPr>
        </p:nvSpPr>
        <p:spPr>
          <a:xfrm>
            <a:off x="5314950" y="1436687"/>
            <a:ext cx="1576800" cy="1576800"/>
          </a:xfrm>
          <a:prstGeom prst="ellipse">
            <a:avLst/>
          </a:prstGeom>
        </p:spPr>
        <p:txBody>
          <a:bodyPr/>
          <a:lstStyle>
            <a:lvl1pPr>
              <a:defRPr sz="1000"/>
            </a:lvl1pPr>
          </a:lstStyle>
          <a:p>
            <a:r>
              <a:rPr lang="en-US"/>
              <a:t>Click icon to add picture</a:t>
            </a:r>
          </a:p>
        </p:txBody>
      </p:sp>
      <p:sp>
        <p:nvSpPr>
          <p:cNvPr id="41" name="Picture Placeholder 39">
            <a:extLst>
              <a:ext uri="{FF2B5EF4-FFF2-40B4-BE49-F238E27FC236}">
                <a16:creationId xmlns:a16="http://schemas.microsoft.com/office/drawing/2014/main" id="{0DF309B0-7379-4C44-A541-B4343B549DC2}"/>
              </a:ext>
            </a:extLst>
          </p:cNvPr>
          <p:cNvSpPr>
            <a:spLocks noGrp="1"/>
          </p:cNvSpPr>
          <p:nvPr>
            <p:ph type="pic" sz="quarter" idx="18"/>
          </p:nvPr>
        </p:nvSpPr>
        <p:spPr>
          <a:xfrm>
            <a:off x="5314950" y="4293096"/>
            <a:ext cx="1576800" cy="1576800"/>
          </a:xfrm>
          <a:prstGeom prst="ellipse">
            <a:avLst/>
          </a:prstGeom>
        </p:spPr>
        <p:txBody>
          <a:bodyPr/>
          <a:lstStyle>
            <a:lvl1pPr>
              <a:defRPr sz="1000"/>
            </a:lvl1pPr>
          </a:lstStyle>
          <a:p>
            <a:r>
              <a:rPr lang="en-US"/>
              <a:t>Click icon to add picture</a:t>
            </a:r>
          </a:p>
        </p:txBody>
      </p:sp>
    </p:spTree>
    <p:extLst>
      <p:ext uri="{BB962C8B-B14F-4D97-AF65-F5344CB8AC3E}">
        <p14:creationId xmlns:p14="http://schemas.microsoft.com/office/powerpoint/2010/main" val="835566677"/>
      </p:ext>
    </p:extLst>
  </p:cSld>
  <p:clrMapOvr>
    <a:masterClrMapping/>
  </p:clrMapOvr>
  <p:transition>
    <p:fade/>
  </p:transition>
  <p:extLst>
    <p:ext uri="{DCECCB84-F9BA-43D5-87BE-67443E8EF086}">
      <p15:sldGuideLst xmlns:p15="http://schemas.microsoft.com/office/powerpoint/2012/main">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8" pos="4342" userDrawn="1">
          <p15:clr>
            <a:srgbClr val="A4A3A4"/>
          </p15:clr>
        </p15:guide>
        <p15:guide id="19" pos="4531" userDrawn="1">
          <p15:clr>
            <a:srgbClr val="A4A3A4"/>
          </p15:clr>
        </p15:guide>
        <p15:guide id="28" orient="horz" pos="905">
          <p15:clr>
            <a:srgbClr val="5ACBF0"/>
          </p15:clr>
        </p15:guide>
        <p15:guide id="30" orient="horz" pos="288">
          <p15:clr>
            <a:srgbClr val="5ACBF0"/>
          </p15:clr>
        </p15:guide>
        <p15:guide id="31" orient="horz" pos="2704" userDrawn="1">
          <p15:clr>
            <a:srgbClr val="5ACBF0"/>
          </p15:clr>
        </p15:guide>
        <p15:guide id="32" pos="6947" userDrawn="1">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3_4-colum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EC7F020-426C-5E40-B5A3-0630A950B075}"/>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EFA85E99-F542-B24A-B446-DFECA22023E3}"/>
              </a:ext>
            </a:extLst>
          </p:cNvPr>
          <p:cNvSpPr>
            <a:spLocks noGrp="1"/>
          </p:cNvSpPr>
          <p:nvPr>
            <p:ph type="title" hasCustomPrompt="1"/>
          </p:nvPr>
        </p:nvSpPr>
        <p:spPr>
          <a:xfrm>
            <a:off x="588263" y="457200"/>
            <a:ext cx="11018520" cy="553998"/>
          </a:xfrm>
        </p:spPr>
        <p:txBody>
          <a:bodyPr>
            <a:spAutoFit/>
          </a:bodyPr>
          <a:lstStyle>
            <a:lvl1pPr>
              <a:defRPr>
                <a:solidFill>
                  <a:schemeClr val="accent3"/>
                </a:solidFill>
              </a:defRPr>
            </a:lvl1pPr>
          </a:lstStyle>
          <a:p>
            <a:r>
              <a:rPr lang="en-US"/>
              <a:t>The Team</a:t>
            </a:r>
          </a:p>
        </p:txBody>
      </p:sp>
      <p:sp>
        <p:nvSpPr>
          <p:cNvPr id="4" name="Text Placeholder 24">
            <a:extLst>
              <a:ext uri="{FF2B5EF4-FFF2-40B4-BE49-F238E27FC236}">
                <a16:creationId xmlns:a16="http://schemas.microsoft.com/office/drawing/2014/main" id="{DAB7DD0E-9CE8-8B49-86A4-00493B0A2C63}"/>
              </a:ext>
            </a:extLst>
          </p:cNvPr>
          <p:cNvSpPr>
            <a:spLocks noGrp="1"/>
          </p:cNvSpPr>
          <p:nvPr>
            <p:ph type="body" sz="quarter" idx="11" hasCustomPrompt="1"/>
          </p:nvPr>
        </p:nvSpPr>
        <p:spPr>
          <a:xfrm>
            <a:off x="601664" y="4408341"/>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5" name="Text Placeholder 26">
            <a:extLst>
              <a:ext uri="{FF2B5EF4-FFF2-40B4-BE49-F238E27FC236}">
                <a16:creationId xmlns:a16="http://schemas.microsoft.com/office/drawing/2014/main" id="{5B9FC220-0063-D14C-BAC7-29C374D5E3B9}"/>
              </a:ext>
            </a:extLst>
          </p:cNvPr>
          <p:cNvSpPr>
            <a:spLocks noGrp="1"/>
          </p:cNvSpPr>
          <p:nvPr>
            <p:ph type="body" sz="quarter" idx="12" hasCustomPrompt="1"/>
          </p:nvPr>
        </p:nvSpPr>
        <p:spPr>
          <a:xfrm>
            <a:off x="601664" y="4772925"/>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6" name="Text Placeholder 28">
            <a:extLst>
              <a:ext uri="{FF2B5EF4-FFF2-40B4-BE49-F238E27FC236}">
                <a16:creationId xmlns:a16="http://schemas.microsoft.com/office/drawing/2014/main" id="{F06C21F1-452A-864F-9F3D-BF7065232F59}"/>
              </a:ext>
            </a:extLst>
          </p:cNvPr>
          <p:cNvSpPr>
            <a:spLocks noGrp="1"/>
          </p:cNvSpPr>
          <p:nvPr>
            <p:ph type="body" sz="quarter" idx="13" hasCustomPrompt="1"/>
          </p:nvPr>
        </p:nvSpPr>
        <p:spPr>
          <a:xfrm>
            <a:off x="601664" y="5171595"/>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7" name="Text Placeholder 24">
            <a:extLst>
              <a:ext uri="{FF2B5EF4-FFF2-40B4-BE49-F238E27FC236}">
                <a16:creationId xmlns:a16="http://schemas.microsoft.com/office/drawing/2014/main" id="{CBF991A4-66F2-0E4F-8612-F380FB5985B0}"/>
              </a:ext>
            </a:extLst>
          </p:cNvPr>
          <p:cNvSpPr>
            <a:spLocks noGrp="1"/>
          </p:cNvSpPr>
          <p:nvPr>
            <p:ph type="body" sz="quarter" idx="14" hasCustomPrompt="1"/>
          </p:nvPr>
        </p:nvSpPr>
        <p:spPr>
          <a:xfrm>
            <a:off x="3413125"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8" name="Text Placeholder 26">
            <a:extLst>
              <a:ext uri="{FF2B5EF4-FFF2-40B4-BE49-F238E27FC236}">
                <a16:creationId xmlns:a16="http://schemas.microsoft.com/office/drawing/2014/main" id="{B204FDE1-FBCB-1E43-8DBA-A33A86502D94}"/>
              </a:ext>
            </a:extLst>
          </p:cNvPr>
          <p:cNvSpPr>
            <a:spLocks noGrp="1"/>
          </p:cNvSpPr>
          <p:nvPr>
            <p:ph type="body" sz="quarter" idx="15" hasCustomPrompt="1"/>
          </p:nvPr>
        </p:nvSpPr>
        <p:spPr>
          <a:xfrm>
            <a:off x="341312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9" name="Text Placeholder 28">
            <a:extLst>
              <a:ext uri="{FF2B5EF4-FFF2-40B4-BE49-F238E27FC236}">
                <a16:creationId xmlns:a16="http://schemas.microsoft.com/office/drawing/2014/main" id="{48D95D5C-AD2C-964E-B8BB-ECD883345B16}"/>
              </a:ext>
            </a:extLst>
          </p:cNvPr>
          <p:cNvSpPr>
            <a:spLocks noGrp="1"/>
          </p:cNvSpPr>
          <p:nvPr>
            <p:ph type="body" sz="quarter" idx="16" hasCustomPrompt="1"/>
          </p:nvPr>
        </p:nvSpPr>
        <p:spPr>
          <a:xfrm>
            <a:off x="341312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0" name="Text Placeholder 24">
            <a:extLst>
              <a:ext uri="{FF2B5EF4-FFF2-40B4-BE49-F238E27FC236}">
                <a16:creationId xmlns:a16="http://schemas.microsoft.com/office/drawing/2014/main" id="{B7C50AAD-D67F-C045-84A8-3B74373D32E9}"/>
              </a:ext>
            </a:extLst>
          </p:cNvPr>
          <p:cNvSpPr>
            <a:spLocks noGrp="1"/>
          </p:cNvSpPr>
          <p:nvPr>
            <p:ph type="body" sz="quarter" idx="17" hasCustomPrompt="1"/>
          </p:nvPr>
        </p:nvSpPr>
        <p:spPr>
          <a:xfrm>
            <a:off x="6256338"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1" name="Text Placeholder 26">
            <a:extLst>
              <a:ext uri="{FF2B5EF4-FFF2-40B4-BE49-F238E27FC236}">
                <a16:creationId xmlns:a16="http://schemas.microsoft.com/office/drawing/2014/main" id="{7B3F54B5-7211-D041-822C-DDBBC93FDE34}"/>
              </a:ext>
            </a:extLst>
          </p:cNvPr>
          <p:cNvSpPr>
            <a:spLocks noGrp="1"/>
          </p:cNvSpPr>
          <p:nvPr>
            <p:ph type="body" sz="quarter" idx="18" hasCustomPrompt="1"/>
          </p:nvPr>
        </p:nvSpPr>
        <p:spPr>
          <a:xfrm>
            <a:off x="6256338"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2" name="Text Placeholder 28">
            <a:extLst>
              <a:ext uri="{FF2B5EF4-FFF2-40B4-BE49-F238E27FC236}">
                <a16:creationId xmlns:a16="http://schemas.microsoft.com/office/drawing/2014/main" id="{A80F42EC-DE4B-5144-99F7-4F92622AAE27}"/>
              </a:ext>
            </a:extLst>
          </p:cNvPr>
          <p:cNvSpPr>
            <a:spLocks noGrp="1"/>
          </p:cNvSpPr>
          <p:nvPr>
            <p:ph type="body" sz="quarter" idx="19" hasCustomPrompt="1"/>
          </p:nvPr>
        </p:nvSpPr>
        <p:spPr>
          <a:xfrm>
            <a:off x="6256338"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3" name="Text Placeholder 24">
            <a:extLst>
              <a:ext uri="{FF2B5EF4-FFF2-40B4-BE49-F238E27FC236}">
                <a16:creationId xmlns:a16="http://schemas.microsoft.com/office/drawing/2014/main" id="{96B9F418-E7FC-8B4D-B6DF-D05F59C88194}"/>
              </a:ext>
            </a:extLst>
          </p:cNvPr>
          <p:cNvSpPr>
            <a:spLocks noGrp="1"/>
          </p:cNvSpPr>
          <p:nvPr>
            <p:ph type="body" sz="quarter" idx="20" hasCustomPrompt="1"/>
          </p:nvPr>
        </p:nvSpPr>
        <p:spPr>
          <a:xfrm>
            <a:off x="9070975"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4" name="Text Placeholder 26">
            <a:extLst>
              <a:ext uri="{FF2B5EF4-FFF2-40B4-BE49-F238E27FC236}">
                <a16:creationId xmlns:a16="http://schemas.microsoft.com/office/drawing/2014/main" id="{3C77D641-147C-1940-8BCB-2C5F61CDAA9A}"/>
              </a:ext>
            </a:extLst>
          </p:cNvPr>
          <p:cNvSpPr>
            <a:spLocks noGrp="1"/>
          </p:cNvSpPr>
          <p:nvPr>
            <p:ph type="body" sz="quarter" idx="21" hasCustomPrompt="1"/>
          </p:nvPr>
        </p:nvSpPr>
        <p:spPr>
          <a:xfrm>
            <a:off x="907097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5" name="Text Placeholder 28">
            <a:extLst>
              <a:ext uri="{FF2B5EF4-FFF2-40B4-BE49-F238E27FC236}">
                <a16:creationId xmlns:a16="http://schemas.microsoft.com/office/drawing/2014/main" id="{68B31C8F-F786-E643-88DC-4AE14C437072}"/>
              </a:ext>
            </a:extLst>
          </p:cNvPr>
          <p:cNvSpPr>
            <a:spLocks noGrp="1"/>
          </p:cNvSpPr>
          <p:nvPr>
            <p:ph type="body" sz="quarter" idx="22" hasCustomPrompt="1"/>
          </p:nvPr>
        </p:nvSpPr>
        <p:spPr>
          <a:xfrm>
            <a:off x="907097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24" name="Picture Placeholder 16">
            <a:extLst>
              <a:ext uri="{FF2B5EF4-FFF2-40B4-BE49-F238E27FC236}">
                <a16:creationId xmlns:a16="http://schemas.microsoft.com/office/drawing/2014/main" id="{8644B5A4-4C62-164B-9FCA-E1A62ECDC6A0}"/>
              </a:ext>
            </a:extLst>
          </p:cNvPr>
          <p:cNvSpPr>
            <a:spLocks noGrp="1"/>
          </p:cNvSpPr>
          <p:nvPr>
            <p:ph type="pic" sz="quarter" idx="23"/>
          </p:nvPr>
        </p:nvSpPr>
        <p:spPr>
          <a:xfrm>
            <a:off x="774200" y="1785409"/>
            <a:ext cx="2160000" cy="2160000"/>
          </a:xfrm>
          <a:prstGeom prst="ellipse">
            <a:avLst/>
          </a:prstGeom>
          <a:ln>
            <a:noFill/>
          </a:ln>
        </p:spPr>
        <p:txBody>
          <a:bodyPr/>
          <a:lstStyle/>
          <a:p>
            <a:r>
              <a:rPr lang="en-US"/>
              <a:t>Click icon to add picture</a:t>
            </a:r>
          </a:p>
        </p:txBody>
      </p:sp>
      <p:sp>
        <p:nvSpPr>
          <p:cNvPr id="26" name="Picture Placeholder 16">
            <a:extLst>
              <a:ext uri="{FF2B5EF4-FFF2-40B4-BE49-F238E27FC236}">
                <a16:creationId xmlns:a16="http://schemas.microsoft.com/office/drawing/2014/main" id="{7216C99D-59E0-D148-8FD5-A06B5D098A96}"/>
              </a:ext>
            </a:extLst>
          </p:cNvPr>
          <p:cNvSpPr>
            <a:spLocks noGrp="1"/>
          </p:cNvSpPr>
          <p:nvPr>
            <p:ph type="pic" sz="quarter" idx="24"/>
          </p:nvPr>
        </p:nvSpPr>
        <p:spPr>
          <a:xfrm>
            <a:off x="3603125" y="1785409"/>
            <a:ext cx="2160000" cy="2160000"/>
          </a:xfrm>
          <a:prstGeom prst="ellipse">
            <a:avLst/>
          </a:prstGeom>
          <a:ln>
            <a:noFill/>
          </a:ln>
        </p:spPr>
        <p:txBody>
          <a:bodyPr/>
          <a:lstStyle/>
          <a:p>
            <a:r>
              <a:rPr lang="en-US"/>
              <a:t>Click icon to add picture</a:t>
            </a:r>
          </a:p>
        </p:txBody>
      </p:sp>
      <p:sp>
        <p:nvSpPr>
          <p:cNvPr id="28" name="Picture Placeholder 16">
            <a:extLst>
              <a:ext uri="{FF2B5EF4-FFF2-40B4-BE49-F238E27FC236}">
                <a16:creationId xmlns:a16="http://schemas.microsoft.com/office/drawing/2014/main" id="{D4B99A33-76D9-4843-8919-AD5FEF9A31F2}"/>
              </a:ext>
            </a:extLst>
          </p:cNvPr>
          <p:cNvSpPr>
            <a:spLocks noGrp="1"/>
          </p:cNvSpPr>
          <p:nvPr>
            <p:ph type="pic" sz="quarter" idx="25"/>
          </p:nvPr>
        </p:nvSpPr>
        <p:spPr>
          <a:xfrm>
            <a:off x="6428875" y="1785409"/>
            <a:ext cx="2160000" cy="2160000"/>
          </a:xfrm>
          <a:prstGeom prst="ellipse">
            <a:avLst/>
          </a:prstGeom>
          <a:ln>
            <a:noFill/>
          </a:ln>
        </p:spPr>
        <p:txBody>
          <a:bodyPr/>
          <a:lstStyle/>
          <a:p>
            <a:r>
              <a:rPr lang="en-US"/>
              <a:t>Click icon to add picture</a:t>
            </a:r>
          </a:p>
        </p:txBody>
      </p:sp>
      <p:sp>
        <p:nvSpPr>
          <p:cNvPr id="30" name="Picture Placeholder 16">
            <a:extLst>
              <a:ext uri="{FF2B5EF4-FFF2-40B4-BE49-F238E27FC236}">
                <a16:creationId xmlns:a16="http://schemas.microsoft.com/office/drawing/2014/main" id="{961589AC-2E68-5C4F-BF84-D883C8663119}"/>
              </a:ext>
            </a:extLst>
          </p:cNvPr>
          <p:cNvSpPr>
            <a:spLocks noGrp="1"/>
          </p:cNvSpPr>
          <p:nvPr>
            <p:ph type="pic" sz="quarter" idx="26"/>
          </p:nvPr>
        </p:nvSpPr>
        <p:spPr>
          <a:xfrm>
            <a:off x="9260975" y="1785409"/>
            <a:ext cx="2160000" cy="2160000"/>
          </a:xfrm>
          <a:prstGeom prst="ellipse">
            <a:avLst/>
          </a:prstGeom>
          <a:ln>
            <a:noFill/>
          </a:ln>
        </p:spPr>
        <p:txBody>
          <a:bodyPr/>
          <a:lstStyle/>
          <a:p>
            <a:r>
              <a:rPr lang="en-US"/>
              <a:t>Click icon to add picture</a:t>
            </a:r>
          </a:p>
        </p:txBody>
      </p:sp>
    </p:spTree>
    <p:extLst>
      <p:ext uri="{BB962C8B-B14F-4D97-AF65-F5344CB8AC3E}">
        <p14:creationId xmlns:p14="http://schemas.microsoft.com/office/powerpoint/2010/main" val="648551354"/>
      </p:ext>
    </p:extLst>
  </p:cSld>
  <p:clrMapOvr>
    <a:masterClrMapping/>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0" pos="1967">
          <p15:clr>
            <a:srgbClr val="A4A3A4"/>
          </p15:clr>
        </p15:guide>
        <p15:guide id="11" pos="2150">
          <p15:clr>
            <a:srgbClr val="A4A3A4"/>
          </p15:clr>
        </p15:guide>
        <p15:guide id="16" pos="3749">
          <p15:clr>
            <a:srgbClr val="A4A3A4"/>
          </p15:clr>
        </p15:guide>
        <p15:guide id="17" pos="3932">
          <p15:clr>
            <a:srgbClr val="A4A3A4"/>
          </p15:clr>
        </p15:guide>
        <p15:guide id="22" pos="5529">
          <p15:clr>
            <a:srgbClr val="A4A3A4"/>
          </p15:clr>
        </p15:guide>
        <p15:guide id="23" pos="5714">
          <p15:clr>
            <a:srgbClr val="A4A3A4"/>
          </p15:clr>
        </p15:guide>
        <p15:guide id="28" pos="3840">
          <p15:clr>
            <a:srgbClr val="F26B43"/>
          </p15:clr>
        </p15:guide>
        <p15:guide id="29" pos="5576">
          <p15:clr>
            <a:srgbClr val="F26B43"/>
          </p15:clr>
        </p15:guide>
        <p15:guide id="30" pos="2105">
          <p15:clr>
            <a:srgbClr val="F26B43"/>
          </p15:clr>
        </p15:guide>
        <p15:guide id="31" orient="horz" pos="2772" userDrawn="1">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Profile Slide">
    <p:bg>
      <p:bgRef idx="1001">
        <a:schemeClr val="bg2"/>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B46280-63FA-B14C-B387-DA6973CC6798}"/>
              </a:ext>
            </a:extLst>
          </p:cNvPr>
          <p:cNvSpPr>
            <a:spLocks noGrp="1"/>
          </p:cNvSpPr>
          <p:nvPr>
            <p:ph type="pic" sz="quarter" idx="10"/>
          </p:nvPr>
        </p:nvSpPr>
        <p:spPr>
          <a:xfrm>
            <a:off x="0" y="0"/>
            <a:ext cx="4065588" cy="6858000"/>
          </a:xfrm>
        </p:spPr>
        <p:txBody>
          <a:bodyPr/>
          <a:lstStyle/>
          <a:p>
            <a:r>
              <a:rPr lang="en-US"/>
              <a:t>Click icon to add picture</a:t>
            </a:r>
          </a:p>
        </p:txBody>
      </p:sp>
      <p:sp>
        <p:nvSpPr>
          <p:cNvPr id="11" name="Text Placeholder 10">
            <a:extLst>
              <a:ext uri="{FF2B5EF4-FFF2-40B4-BE49-F238E27FC236}">
                <a16:creationId xmlns:a16="http://schemas.microsoft.com/office/drawing/2014/main" id="{DF839B9F-7DF1-054D-850B-194BE124935E}"/>
              </a:ext>
            </a:extLst>
          </p:cNvPr>
          <p:cNvSpPr>
            <a:spLocks noGrp="1"/>
          </p:cNvSpPr>
          <p:nvPr>
            <p:ph type="body" sz="quarter" idx="11" hasCustomPrompt="1"/>
          </p:nvPr>
        </p:nvSpPr>
        <p:spPr>
          <a:xfrm>
            <a:off x="5016500" y="1125538"/>
            <a:ext cx="5832475" cy="371513"/>
          </a:xfrm>
        </p:spPr>
        <p:txBody>
          <a:bodyPr lIns="90000" tIns="46800" rIns="90000" bIns="46800"/>
          <a:lstStyle>
            <a:lvl1pPr marL="0" indent="0">
              <a:buNone/>
              <a:defRPr sz="1800">
                <a:solidFill>
                  <a:schemeClr val="accent3"/>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err="1"/>
              <a:t>Firstname</a:t>
            </a:r>
            <a:r>
              <a:rPr lang="en-US"/>
              <a:t> </a:t>
            </a:r>
            <a:r>
              <a:rPr lang="en-US" err="1"/>
              <a:t>Lastname</a:t>
            </a:r>
            <a:endParaRPr lang="en-US"/>
          </a:p>
        </p:txBody>
      </p:sp>
      <p:sp>
        <p:nvSpPr>
          <p:cNvPr id="13" name="Text Placeholder 12">
            <a:extLst>
              <a:ext uri="{FF2B5EF4-FFF2-40B4-BE49-F238E27FC236}">
                <a16:creationId xmlns:a16="http://schemas.microsoft.com/office/drawing/2014/main" id="{FEA3FFE7-512C-2E4D-8815-991035A0DA83}"/>
              </a:ext>
            </a:extLst>
          </p:cNvPr>
          <p:cNvSpPr>
            <a:spLocks noGrp="1"/>
          </p:cNvSpPr>
          <p:nvPr>
            <p:ph type="body" sz="quarter" idx="12" hasCustomPrompt="1"/>
          </p:nvPr>
        </p:nvSpPr>
        <p:spPr>
          <a:xfrm>
            <a:off x="5016500" y="1518666"/>
            <a:ext cx="5832475" cy="309958"/>
          </a:xfrm>
        </p:spPr>
        <p:txBody>
          <a:bodyPr lIns="90000" tIns="46800" rIns="90000" bIns="46800"/>
          <a:lstStyle>
            <a:lvl1pPr marL="0" indent="0">
              <a:buNone/>
              <a:defRPr sz="1400">
                <a:solidFill>
                  <a:schemeClr val="tx1"/>
                </a:solidFill>
              </a:defRPr>
            </a:lvl1pPr>
          </a:lstStyle>
          <a:p>
            <a:pPr lvl="0"/>
            <a:r>
              <a:rPr lang="en-US"/>
              <a:t>Title</a:t>
            </a:r>
          </a:p>
        </p:txBody>
      </p:sp>
      <p:sp>
        <p:nvSpPr>
          <p:cNvPr id="17" name="Text Placeholder 16">
            <a:extLst>
              <a:ext uri="{FF2B5EF4-FFF2-40B4-BE49-F238E27FC236}">
                <a16:creationId xmlns:a16="http://schemas.microsoft.com/office/drawing/2014/main" id="{CD00EE18-3969-7542-AF14-B6EF530C496B}"/>
              </a:ext>
            </a:extLst>
          </p:cNvPr>
          <p:cNvSpPr>
            <a:spLocks noGrp="1"/>
          </p:cNvSpPr>
          <p:nvPr>
            <p:ph type="body" sz="quarter" idx="13" hasCustomPrompt="1"/>
          </p:nvPr>
        </p:nvSpPr>
        <p:spPr>
          <a:xfrm>
            <a:off x="5016500" y="2614613"/>
            <a:ext cx="5832475" cy="956288"/>
          </a:xfrm>
        </p:spPr>
        <p:txBody>
          <a:bodyPr lIns="90000" tIns="46800" rIns="90000" bIns="46800"/>
          <a:lstStyle>
            <a:lvl1pPr marL="0" indent="0">
              <a:buNone/>
              <a:defRPr sz="14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9" name="Text Placeholder 18">
            <a:extLst>
              <a:ext uri="{FF2B5EF4-FFF2-40B4-BE49-F238E27FC236}">
                <a16:creationId xmlns:a16="http://schemas.microsoft.com/office/drawing/2014/main" id="{D28C378F-3F66-354E-B8F9-1B9FC26E68A9}"/>
              </a:ext>
            </a:extLst>
          </p:cNvPr>
          <p:cNvSpPr>
            <a:spLocks noGrp="1"/>
          </p:cNvSpPr>
          <p:nvPr>
            <p:ph type="body" sz="quarter" idx="14" hasCustomPrompt="1"/>
          </p:nvPr>
        </p:nvSpPr>
        <p:spPr>
          <a:xfrm>
            <a:off x="5018087" y="2093722"/>
            <a:ext cx="5832475" cy="371513"/>
          </a:xfrm>
        </p:spPr>
        <p:txBody>
          <a:bodyPr lIns="90000" tIns="46800" rIns="90000" bIns="46800"/>
          <a:lstStyle>
            <a:lvl1pPr marL="0" indent="0">
              <a:buNone/>
              <a:defRPr sz="1800">
                <a:solidFill>
                  <a:schemeClr val="tx1"/>
                </a:solidFill>
                <a:latin typeface="+mj-lt"/>
              </a:defRPr>
            </a:lvl1pPr>
          </a:lstStyle>
          <a:p>
            <a:pPr lvl="0"/>
            <a:r>
              <a:rPr lang="en-US"/>
              <a:t>Experience</a:t>
            </a:r>
          </a:p>
        </p:txBody>
      </p:sp>
      <p:sp>
        <p:nvSpPr>
          <p:cNvPr id="20" name="Text Placeholder 18">
            <a:extLst>
              <a:ext uri="{FF2B5EF4-FFF2-40B4-BE49-F238E27FC236}">
                <a16:creationId xmlns:a16="http://schemas.microsoft.com/office/drawing/2014/main" id="{47E7A509-84C5-4843-8CD9-B01570BA7BA0}"/>
              </a:ext>
            </a:extLst>
          </p:cNvPr>
          <p:cNvSpPr>
            <a:spLocks noGrp="1"/>
          </p:cNvSpPr>
          <p:nvPr>
            <p:ph type="body" sz="quarter" idx="15" hasCustomPrompt="1"/>
          </p:nvPr>
        </p:nvSpPr>
        <p:spPr>
          <a:xfrm>
            <a:off x="5018087" y="4426832"/>
            <a:ext cx="5832475" cy="371513"/>
          </a:xfrm>
        </p:spPr>
        <p:txBody>
          <a:bodyPr lIns="90000" tIns="46800" rIns="90000" bIns="46800"/>
          <a:lstStyle>
            <a:lvl1pPr marL="0" indent="0">
              <a:buNone/>
              <a:defRPr sz="1800">
                <a:solidFill>
                  <a:schemeClr val="tx1"/>
                </a:solidFill>
                <a:latin typeface="+mj-lt"/>
              </a:defRPr>
            </a:lvl1pPr>
          </a:lstStyle>
          <a:p>
            <a:pPr lvl="0"/>
            <a:r>
              <a:rPr lang="en-US"/>
              <a:t>Expertise</a:t>
            </a:r>
          </a:p>
        </p:txBody>
      </p:sp>
      <p:sp>
        <p:nvSpPr>
          <p:cNvPr id="22" name="Text Placeholder 21">
            <a:extLst>
              <a:ext uri="{FF2B5EF4-FFF2-40B4-BE49-F238E27FC236}">
                <a16:creationId xmlns:a16="http://schemas.microsoft.com/office/drawing/2014/main" id="{39F526AE-17B2-DD4A-BE59-23D0E4A3D04F}"/>
              </a:ext>
            </a:extLst>
          </p:cNvPr>
          <p:cNvSpPr>
            <a:spLocks noGrp="1"/>
          </p:cNvSpPr>
          <p:nvPr>
            <p:ph type="body" sz="quarter" idx="16" hasCustomPrompt="1"/>
          </p:nvPr>
        </p:nvSpPr>
        <p:spPr>
          <a:xfrm>
            <a:off x="5016500" y="4864164"/>
            <a:ext cx="1649476" cy="827022"/>
          </a:xfrm>
        </p:spPr>
        <p:txBody>
          <a:bodyPr lIns="90000" tIns="46800" rIns="90000" bIns="46800"/>
          <a:lstStyle>
            <a:lvl1pPr>
              <a:buSzPct val="100000"/>
              <a:defRPr sz="1400">
                <a:solidFill>
                  <a:schemeClr val="tx1"/>
                </a:solidFill>
              </a:defRPr>
            </a:lvl1pPr>
          </a:lstStyle>
          <a:p>
            <a:pPr lvl="0"/>
            <a:r>
              <a:rPr lang="en-US"/>
              <a:t>One</a:t>
            </a:r>
          </a:p>
          <a:p>
            <a:pPr lvl="0"/>
            <a:r>
              <a:rPr lang="en-US"/>
              <a:t>Two</a:t>
            </a:r>
          </a:p>
          <a:p>
            <a:pPr lvl="0"/>
            <a:r>
              <a:rPr lang="en-US"/>
              <a:t>Three</a:t>
            </a:r>
          </a:p>
        </p:txBody>
      </p:sp>
      <p:sp>
        <p:nvSpPr>
          <p:cNvPr id="23" name="Text Placeholder 21">
            <a:extLst>
              <a:ext uri="{FF2B5EF4-FFF2-40B4-BE49-F238E27FC236}">
                <a16:creationId xmlns:a16="http://schemas.microsoft.com/office/drawing/2014/main" id="{D4BF07C4-9406-4146-BE9F-4987294757D1}"/>
              </a:ext>
            </a:extLst>
          </p:cNvPr>
          <p:cNvSpPr>
            <a:spLocks noGrp="1"/>
          </p:cNvSpPr>
          <p:nvPr>
            <p:ph type="body" sz="quarter" idx="17" hasCustomPrompt="1"/>
          </p:nvPr>
        </p:nvSpPr>
        <p:spPr>
          <a:xfrm>
            <a:off x="7104994" y="4864164"/>
            <a:ext cx="1649476" cy="827022"/>
          </a:xfrm>
        </p:spPr>
        <p:txBody>
          <a:bodyPr lIns="90000" tIns="46800" rIns="90000" bIns="46800"/>
          <a:lstStyle>
            <a:lvl1pPr>
              <a:buSzPct val="100000"/>
              <a:defRPr sz="1400">
                <a:solidFill>
                  <a:schemeClr val="tx1"/>
                </a:solidFill>
              </a:defRPr>
            </a:lvl1pPr>
          </a:lstStyle>
          <a:p>
            <a:pPr lvl="0"/>
            <a:r>
              <a:rPr lang="en-US"/>
              <a:t>Four</a:t>
            </a:r>
          </a:p>
          <a:p>
            <a:pPr lvl="0"/>
            <a:r>
              <a:rPr lang="en-US"/>
              <a:t>Five</a:t>
            </a:r>
          </a:p>
          <a:p>
            <a:pPr lvl="0"/>
            <a:r>
              <a:rPr lang="en-US"/>
              <a:t>Six</a:t>
            </a:r>
          </a:p>
        </p:txBody>
      </p:sp>
      <p:sp>
        <p:nvSpPr>
          <p:cNvPr id="24" name="Text Placeholder 21">
            <a:extLst>
              <a:ext uri="{FF2B5EF4-FFF2-40B4-BE49-F238E27FC236}">
                <a16:creationId xmlns:a16="http://schemas.microsoft.com/office/drawing/2014/main" id="{AD8CD734-0F6D-C94D-8A16-9F36D2D3D601}"/>
              </a:ext>
            </a:extLst>
          </p:cNvPr>
          <p:cNvSpPr>
            <a:spLocks noGrp="1"/>
          </p:cNvSpPr>
          <p:nvPr>
            <p:ph type="body" sz="quarter" idx="18" hasCustomPrompt="1"/>
          </p:nvPr>
        </p:nvSpPr>
        <p:spPr>
          <a:xfrm>
            <a:off x="9193488" y="4864164"/>
            <a:ext cx="1649476" cy="827022"/>
          </a:xfrm>
        </p:spPr>
        <p:txBody>
          <a:bodyPr lIns="90000" tIns="46800" rIns="90000" bIns="46800"/>
          <a:lstStyle>
            <a:lvl1pPr>
              <a:buSzPct val="100000"/>
              <a:defRPr sz="1400">
                <a:solidFill>
                  <a:schemeClr val="tx1"/>
                </a:solidFill>
              </a:defRPr>
            </a:lvl1pPr>
          </a:lstStyle>
          <a:p>
            <a:pPr lvl="0"/>
            <a:r>
              <a:rPr lang="en-US"/>
              <a:t>Seven</a:t>
            </a:r>
          </a:p>
          <a:p>
            <a:pPr lvl="0"/>
            <a:r>
              <a:rPr lang="en-US"/>
              <a:t>Eight</a:t>
            </a:r>
          </a:p>
          <a:p>
            <a:pPr lvl="0"/>
            <a:r>
              <a:rPr lang="en-US"/>
              <a:t>Nine</a:t>
            </a:r>
          </a:p>
        </p:txBody>
      </p:sp>
    </p:spTree>
    <p:extLst>
      <p:ext uri="{BB962C8B-B14F-4D97-AF65-F5344CB8AC3E}">
        <p14:creationId xmlns:p14="http://schemas.microsoft.com/office/powerpoint/2010/main" val="156213940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3160" userDrawn="1">
          <p15:clr>
            <a:srgbClr val="FBAE40"/>
          </p15:clr>
        </p15:guide>
        <p15:guide id="25" orient="horz" pos="709" userDrawn="1">
          <p15:clr>
            <a:srgbClr val="FBAE40"/>
          </p15:clr>
        </p15:guide>
        <p15:guide id="26" pos="6834" userDrawn="1">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Profile Slide 2">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B46280-63FA-B14C-B387-DA6973CC6798}"/>
              </a:ext>
            </a:extLst>
          </p:cNvPr>
          <p:cNvSpPr>
            <a:spLocks noGrp="1"/>
          </p:cNvSpPr>
          <p:nvPr>
            <p:ph type="pic" sz="quarter" idx="10"/>
          </p:nvPr>
        </p:nvSpPr>
        <p:spPr>
          <a:xfrm>
            <a:off x="0" y="0"/>
            <a:ext cx="4065588" cy="6858000"/>
          </a:xfrm>
        </p:spPr>
        <p:txBody>
          <a:bodyPr/>
          <a:lstStyle/>
          <a:p>
            <a:r>
              <a:rPr lang="en-US"/>
              <a:t>Click icon to add picture</a:t>
            </a:r>
          </a:p>
        </p:txBody>
      </p:sp>
      <p:sp>
        <p:nvSpPr>
          <p:cNvPr id="11" name="Text Placeholder 10">
            <a:extLst>
              <a:ext uri="{FF2B5EF4-FFF2-40B4-BE49-F238E27FC236}">
                <a16:creationId xmlns:a16="http://schemas.microsoft.com/office/drawing/2014/main" id="{DF839B9F-7DF1-054D-850B-194BE124935E}"/>
              </a:ext>
            </a:extLst>
          </p:cNvPr>
          <p:cNvSpPr>
            <a:spLocks noGrp="1"/>
          </p:cNvSpPr>
          <p:nvPr>
            <p:ph type="body" sz="quarter" idx="11" hasCustomPrompt="1"/>
          </p:nvPr>
        </p:nvSpPr>
        <p:spPr>
          <a:xfrm>
            <a:off x="5016500" y="1125538"/>
            <a:ext cx="5832475" cy="371513"/>
          </a:xfrm>
        </p:spPr>
        <p:txBody>
          <a:bodyPr lIns="90000" tIns="46800" rIns="90000" bIns="46800"/>
          <a:lstStyle>
            <a:lvl1pPr marL="0" indent="0">
              <a:buNone/>
              <a:defRPr sz="1800">
                <a:solidFill>
                  <a:schemeClr val="tx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err="1"/>
              <a:t>Firstname</a:t>
            </a:r>
            <a:r>
              <a:rPr lang="en-US"/>
              <a:t> </a:t>
            </a:r>
            <a:r>
              <a:rPr lang="en-US" err="1"/>
              <a:t>Lastname</a:t>
            </a:r>
            <a:endParaRPr lang="en-US"/>
          </a:p>
        </p:txBody>
      </p:sp>
      <p:sp>
        <p:nvSpPr>
          <p:cNvPr id="13" name="Text Placeholder 12">
            <a:extLst>
              <a:ext uri="{FF2B5EF4-FFF2-40B4-BE49-F238E27FC236}">
                <a16:creationId xmlns:a16="http://schemas.microsoft.com/office/drawing/2014/main" id="{FEA3FFE7-512C-2E4D-8815-991035A0DA83}"/>
              </a:ext>
            </a:extLst>
          </p:cNvPr>
          <p:cNvSpPr>
            <a:spLocks noGrp="1"/>
          </p:cNvSpPr>
          <p:nvPr>
            <p:ph type="body" sz="quarter" idx="12" hasCustomPrompt="1"/>
          </p:nvPr>
        </p:nvSpPr>
        <p:spPr>
          <a:xfrm>
            <a:off x="5016500" y="1518666"/>
            <a:ext cx="5832475" cy="309958"/>
          </a:xfrm>
        </p:spPr>
        <p:txBody>
          <a:bodyPr lIns="90000" tIns="46800" rIns="90000" bIns="46800"/>
          <a:lstStyle>
            <a:lvl1pPr marL="0" indent="0">
              <a:buNone/>
              <a:defRPr sz="1400">
                <a:solidFill>
                  <a:schemeClr val="accent6"/>
                </a:solidFill>
              </a:defRPr>
            </a:lvl1pPr>
          </a:lstStyle>
          <a:p>
            <a:pPr lvl="0"/>
            <a:r>
              <a:rPr lang="en-US"/>
              <a:t>Title</a:t>
            </a:r>
          </a:p>
        </p:txBody>
      </p:sp>
      <p:sp>
        <p:nvSpPr>
          <p:cNvPr id="17" name="Text Placeholder 16">
            <a:extLst>
              <a:ext uri="{FF2B5EF4-FFF2-40B4-BE49-F238E27FC236}">
                <a16:creationId xmlns:a16="http://schemas.microsoft.com/office/drawing/2014/main" id="{CD00EE18-3969-7542-AF14-B6EF530C496B}"/>
              </a:ext>
            </a:extLst>
          </p:cNvPr>
          <p:cNvSpPr>
            <a:spLocks noGrp="1"/>
          </p:cNvSpPr>
          <p:nvPr>
            <p:ph type="body" sz="quarter" idx="13" hasCustomPrompt="1"/>
          </p:nvPr>
        </p:nvSpPr>
        <p:spPr>
          <a:xfrm>
            <a:off x="5016500" y="2614613"/>
            <a:ext cx="5832475" cy="956288"/>
          </a:xfrm>
        </p:spPr>
        <p:txBody>
          <a:bodyPr lIns="90000" tIns="46800" rIns="90000" bIns="46800"/>
          <a:lstStyle>
            <a:lvl1pPr marL="0" indent="0">
              <a:buNone/>
              <a:defRPr sz="1400">
                <a:solidFill>
                  <a:schemeClr val="accent6"/>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9" name="Text Placeholder 18">
            <a:extLst>
              <a:ext uri="{FF2B5EF4-FFF2-40B4-BE49-F238E27FC236}">
                <a16:creationId xmlns:a16="http://schemas.microsoft.com/office/drawing/2014/main" id="{D28C378F-3F66-354E-B8F9-1B9FC26E68A9}"/>
              </a:ext>
            </a:extLst>
          </p:cNvPr>
          <p:cNvSpPr>
            <a:spLocks noGrp="1"/>
          </p:cNvSpPr>
          <p:nvPr>
            <p:ph type="body" sz="quarter" idx="14" hasCustomPrompt="1"/>
          </p:nvPr>
        </p:nvSpPr>
        <p:spPr>
          <a:xfrm>
            <a:off x="5018087" y="2093722"/>
            <a:ext cx="5832475" cy="371513"/>
          </a:xfrm>
        </p:spPr>
        <p:txBody>
          <a:bodyPr lIns="90000" tIns="46800" rIns="90000" bIns="46800"/>
          <a:lstStyle>
            <a:lvl1pPr marL="0" indent="0">
              <a:buNone/>
              <a:defRPr sz="1800">
                <a:solidFill>
                  <a:schemeClr val="accent6"/>
                </a:solidFill>
                <a:latin typeface="+mj-lt"/>
              </a:defRPr>
            </a:lvl1pPr>
          </a:lstStyle>
          <a:p>
            <a:pPr lvl="0"/>
            <a:r>
              <a:rPr lang="en-US"/>
              <a:t>Experience</a:t>
            </a:r>
          </a:p>
        </p:txBody>
      </p:sp>
      <p:sp>
        <p:nvSpPr>
          <p:cNvPr id="20" name="Text Placeholder 18">
            <a:extLst>
              <a:ext uri="{FF2B5EF4-FFF2-40B4-BE49-F238E27FC236}">
                <a16:creationId xmlns:a16="http://schemas.microsoft.com/office/drawing/2014/main" id="{47E7A509-84C5-4843-8CD9-B01570BA7BA0}"/>
              </a:ext>
            </a:extLst>
          </p:cNvPr>
          <p:cNvSpPr>
            <a:spLocks noGrp="1"/>
          </p:cNvSpPr>
          <p:nvPr>
            <p:ph type="body" sz="quarter" idx="15" hasCustomPrompt="1"/>
          </p:nvPr>
        </p:nvSpPr>
        <p:spPr>
          <a:xfrm>
            <a:off x="5018087" y="4426832"/>
            <a:ext cx="5832475" cy="371513"/>
          </a:xfrm>
        </p:spPr>
        <p:txBody>
          <a:bodyPr lIns="90000" tIns="46800" rIns="90000" bIns="46800"/>
          <a:lstStyle>
            <a:lvl1pPr marL="0" indent="0">
              <a:buNone/>
              <a:defRPr sz="1800">
                <a:solidFill>
                  <a:schemeClr val="accent6"/>
                </a:solidFill>
                <a:latin typeface="+mj-lt"/>
              </a:defRPr>
            </a:lvl1pPr>
          </a:lstStyle>
          <a:p>
            <a:pPr lvl="0"/>
            <a:r>
              <a:rPr lang="en-US"/>
              <a:t>Expertise</a:t>
            </a:r>
          </a:p>
        </p:txBody>
      </p:sp>
      <p:sp>
        <p:nvSpPr>
          <p:cNvPr id="22" name="Text Placeholder 21">
            <a:extLst>
              <a:ext uri="{FF2B5EF4-FFF2-40B4-BE49-F238E27FC236}">
                <a16:creationId xmlns:a16="http://schemas.microsoft.com/office/drawing/2014/main" id="{39F526AE-17B2-DD4A-BE59-23D0E4A3D04F}"/>
              </a:ext>
            </a:extLst>
          </p:cNvPr>
          <p:cNvSpPr>
            <a:spLocks noGrp="1"/>
          </p:cNvSpPr>
          <p:nvPr>
            <p:ph type="body" sz="quarter" idx="16" hasCustomPrompt="1"/>
          </p:nvPr>
        </p:nvSpPr>
        <p:spPr>
          <a:xfrm>
            <a:off x="5016500" y="4864164"/>
            <a:ext cx="1649476" cy="827022"/>
          </a:xfrm>
        </p:spPr>
        <p:txBody>
          <a:bodyPr lIns="90000" tIns="46800" rIns="90000" bIns="46800"/>
          <a:lstStyle>
            <a:lvl1pPr>
              <a:buSzPct val="100000"/>
              <a:defRPr sz="1400">
                <a:solidFill>
                  <a:schemeClr val="accent6"/>
                </a:solidFill>
              </a:defRPr>
            </a:lvl1pPr>
          </a:lstStyle>
          <a:p>
            <a:pPr lvl="0"/>
            <a:r>
              <a:rPr lang="en-US"/>
              <a:t>One</a:t>
            </a:r>
          </a:p>
          <a:p>
            <a:pPr lvl="0"/>
            <a:r>
              <a:rPr lang="en-US"/>
              <a:t>Two</a:t>
            </a:r>
          </a:p>
          <a:p>
            <a:pPr lvl="0"/>
            <a:r>
              <a:rPr lang="en-US"/>
              <a:t>Three</a:t>
            </a:r>
          </a:p>
        </p:txBody>
      </p:sp>
      <p:sp>
        <p:nvSpPr>
          <p:cNvPr id="23" name="Text Placeholder 21">
            <a:extLst>
              <a:ext uri="{FF2B5EF4-FFF2-40B4-BE49-F238E27FC236}">
                <a16:creationId xmlns:a16="http://schemas.microsoft.com/office/drawing/2014/main" id="{D4BF07C4-9406-4146-BE9F-4987294757D1}"/>
              </a:ext>
            </a:extLst>
          </p:cNvPr>
          <p:cNvSpPr>
            <a:spLocks noGrp="1"/>
          </p:cNvSpPr>
          <p:nvPr>
            <p:ph type="body" sz="quarter" idx="17" hasCustomPrompt="1"/>
          </p:nvPr>
        </p:nvSpPr>
        <p:spPr>
          <a:xfrm>
            <a:off x="7104994" y="4864164"/>
            <a:ext cx="1649476" cy="827022"/>
          </a:xfrm>
        </p:spPr>
        <p:txBody>
          <a:bodyPr lIns="90000" tIns="46800" rIns="90000" bIns="46800"/>
          <a:lstStyle>
            <a:lvl1pPr>
              <a:buSzPct val="100000"/>
              <a:defRPr sz="1400">
                <a:solidFill>
                  <a:schemeClr val="accent6"/>
                </a:solidFill>
              </a:defRPr>
            </a:lvl1pPr>
          </a:lstStyle>
          <a:p>
            <a:pPr lvl="0"/>
            <a:r>
              <a:rPr lang="en-US"/>
              <a:t>Four</a:t>
            </a:r>
          </a:p>
          <a:p>
            <a:pPr lvl="0"/>
            <a:r>
              <a:rPr lang="en-US"/>
              <a:t>Five</a:t>
            </a:r>
          </a:p>
          <a:p>
            <a:pPr lvl="0"/>
            <a:r>
              <a:rPr lang="en-US"/>
              <a:t>Six</a:t>
            </a:r>
          </a:p>
        </p:txBody>
      </p:sp>
      <p:sp>
        <p:nvSpPr>
          <p:cNvPr id="24" name="Text Placeholder 21">
            <a:extLst>
              <a:ext uri="{FF2B5EF4-FFF2-40B4-BE49-F238E27FC236}">
                <a16:creationId xmlns:a16="http://schemas.microsoft.com/office/drawing/2014/main" id="{AD8CD734-0F6D-C94D-8A16-9F36D2D3D601}"/>
              </a:ext>
            </a:extLst>
          </p:cNvPr>
          <p:cNvSpPr>
            <a:spLocks noGrp="1"/>
          </p:cNvSpPr>
          <p:nvPr>
            <p:ph type="body" sz="quarter" idx="18" hasCustomPrompt="1"/>
          </p:nvPr>
        </p:nvSpPr>
        <p:spPr>
          <a:xfrm>
            <a:off x="9193488" y="4864164"/>
            <a:ext cx="1649476" cy="827022"/>
          </a:xfrm>
        </p:spPr>
        <p:txBody>
          <a:bodyPr lIns="90000" tIns="46800" rIns="90000" bIns="46800"/>
          <a:lstStyle>
            <a:lvl1pPr>
              <a:buSzPct val="100000"/>
              <a:defRPr sz="1400">
                <a:solidFill>
                  <a:schemeClr val="accent6"/>
                </a:solidFill>
              </a:defRPr>
            </a:lvl1pPr>
          </a:lstStyle>
          <a:p>
            <a:pPr lvl="0"/>
            <a:r>
              <a:rPr lang="en-US"/>
              <a:t>Seven</a:t>
            </a:r>
          </a:p>
          <a:p>
            <a:pPr lvl="0"/>
            <a:r>
              <a:rPr lang="en-US"/>
              <a:t>Eight</a:t>
            </a:r>
          </a:p>
          <a:p>
            <a:pPr lvl="0"/>
            <a:r>
              <a:rPr lang="en-US"/>
              <a:t>Nine</a:t>
            </a:r>
          </a:p>
        </p:txBody>
      </p:sp>
    </p:spTree>
    <p:extLst>
      <p:ext uri="{BB962C8B-B14F-4D97-AF65-F5344CB8AC3E}">
        <p14:creationId xmlns:p14="http://schemas.microsoft.com/office/powerpoint/2010/main" val="380117858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3160" userDrawn="1">
          <p15:clr>
            <a:srgbClr val="FBAE40"/>
          </p15:clr>
        </p15:guide>
        <p15:guide id="25" orient="horz" pos="709" userDrawn="1">
          <p15:clr>
            <a:srgbClr val="FBAE40"/>
          </p15:clr>
        </p15:guide>
        <p15:guide id="26" pos="6834" userDrawn="1">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Large Number Divider 1">
    <p:bg>
      <p:bgRef idx="1001">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hasCustomPrompt="1"/>
          </p:nvPr>
        </p:nvSpPr>
        <p:spPr>
          <a:xfrm>
            <a:off x="4941888" y="585788"/>
            <a:ext cx="6667500" cy="690119"/>
          </a:xfrm>
        </p:spPr>
        <p:txBody>
          <a:bodyPr anchor="t">
            <a:noAutofit/>
          </a:bodyPr>
          <a:lstStyle>
            <a:lvl1pPr marL="0" indent="0">
              <a:spcAft>
                <a:spcPts val="600"/>
              </a:spcAft>
              <a:buFont typeface="Wingdings" panose="05000000000000000000" pitchFamily="2" charset="2"/>
              <a:buNone/>
              <a:defRPr sz="3600">
                <a:solidFill>
                  <a:schemeClr val="tx1"/>
                </a:solidFill>
                <a:latin typeface="+mj-lt"/>
              </a:defRPr>
            </a:lvl1pPr>
          </a:lstStyle>
          <a:p>
            <a:pPr lvl="0"/>
            <a:r>
              <a:rPr lang="en-US"/>
              <a:t>Section 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5"/>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1</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Tree>
    <p:extLst>
      <p:ext uri="{BB962C8B-B14F-4D97-AF65-F5344CB8AC3E}">
        <p14:creationId xmlns:p14="http://schemas.microsoft.com/office/powerpoint/2010/main" val="3092182116"/>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1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3"/>
            <a:ext cx="4356100" cy="6177517"/>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2</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E8663993-2CF4-0843-9834-2078442DBA71}"/>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90063326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2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3</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25F75097-07A2-DA4F-AFC5-71B04739FCB0}"/>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68473859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4</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96CEF9B0-0F7A-414C-9382-56532822A960}"/>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55035194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5</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0B03ADF2-CBA0-AB48-AC2A-77EAF2C81AA2}"/>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772471374"/>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5_Large Number Divider 1">
    <p:bg>
      <p:bgRef idx="1001">
        <a:schemeClr val="bg2"/>
      </p:bgRef>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287FF5-DA2B-6549-A430-2AB0462370E7}"/>
              </a:ext>
            </a:extLst>
          </p:cNvPr>
          <p:cNvSpPr txBox="1"/>
          <p:nvPr userDrawn="1"/>
        </p:nvSpPr>
        <p:spPr>
          <a:xfrm>
            <a:off x="0" y="680485"/>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1</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9" name="Title 1">
            <a:extLst>
              <a:ext uri="{FF2B5EF4-FFF2-40B4-BE49-F238E27FC236}">
                <a16:creationId xmlns:a16="http://schemas.microsoft.com/office/drawing/2014/main" id="{939C9626-6AB7-9442-8C32-698E08BC85A7}"/>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74459593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6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3"/>
            <a:ext cx="4356100" cy="6177517"/>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2</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649666AF-1BFD-C547-B312-5E30EBC9B839}"/>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47228313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7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3</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443D24FC-F71D-C245-A2DA-55D32F6AA872}"/>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7784161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8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4</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DA3A573E-5425-E24C-AC5B-D2C67E89FC53}"/>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6422873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9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5</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AD9EEC05-DC95-844E-868F-EEEB231AD961}"/>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8932719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eveloper Code Layout full page">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userDrawn="1"/>
        </p:nvSpPr>
        <p:spPr bwMode="auto">
          <a:xfrm>
            <a:off x="0" y="0"/>
            <a:ext cx="12192000"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0"/>
            <a:ext cx="3788358" cy="493776"/>
          </a:xfrm>
          <a:gradFill flip="none" rotWithShape="1">
            <a:gsLst>
              <a:gs pos="0">
                <a:srgbClr val="000000"/>
              </a:gs>
              <a:gs pos="99000">
                <a:srgbClr val="000000"/>
              </a:gs>
              <a:gs pos="99000">
                <a:schemeClr val="accent1"/>
              </a:gs>
            </a:gsLst>
            <a:lin ang="10800000" scaled="1"/>
            <a:tileRect/>
          </a:gradFill>
        </p:spPr>
        <p:txBody>
          <a:bodyPr vert="horz" wrap="square" lIns="585216" tIns="91440" rIns="0" bIns="91440" rtlCol="0">
            <a:spAutoFit/>
          </a:bodyPr>
          <a:lstStyle>
            <a:lvl1pPr marL="0" indent="0">
              <a:buNone/>
              <a:defRPr lang="en-US" sz="1999" dirty="0">
                <a:solidFill>
                  <a:srgbClr val="FFFFFF"/>
                </a:solidFill>
                <a:latin typeface="+mj-lt"/>
              </a:defRPr>
            </a:lvl1pPr>
          </a:lstStyle>
          <a:p>
            <a:pPr marL="0" lvl="0" indent="0">
              <a:buNone/>
            </a:pPr>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91438" y="710247"/>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200802985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eveloper Code Layou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userDrawn="1"/>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424384103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Code Bottom">
    <p:bg>
      <p:bgRef idx="1001">
        <a:schemeClr val="bg2"/>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userDrawn="1"/>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97853416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Code Top">
    <p:bg>
      <p:bgRef idx="1001">
        <a:schemeClr val="bg2"/>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userDrawn="1"/>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165668527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Code Right s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120639833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Code Left sde">
    <p:bg>
      <p:bgRef idx="1001">
        <a:schemeClr val="bg2"/>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345095137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Section Divi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157708819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Section Divider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256257781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Section Divider 3">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74975284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Section Divider 4">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93204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description</a:t>
            </a:r>
          </a:p>
        </p:txBody>
      </p:sp>
      <p:sp>
        <p:nvSpPr>
          <p:cNvPr id="5" name="Text Placeholder 4"/>
          <p:cNvSpPr>
            <a:spLocks noGrp="1"/>
          </p:cNvSpPr>
          <p:nvPr>
            <p:ph type="body" sz="quarter" idx="12" hasCustomPrompt="1"/>
          </p:nvPr>
        </p:nvSpPr>
        <p:spPr>
          <a:xfrm>
            <a:off x="585216" y="585788"/>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accent3"/>
                </a:solidFill>
                <a:latin typeface="+mn-lt"/>
              </a:defRPr>
            </a:lvl1pPr>
          </a:lstStyle>
          <a:p>
            <a:pPr lvl="0"/>
            <a:r>
              <a:rPr lang="en-US"/>
              <a:t>Section Name</a:t>
            </a:r>
          </a:p>
        </p:txBody>
      </p:sp>
    </p:spTree>
    <p:extLst>
      <p:ext uri="{BB962C8B-B14F-4D97-AF65-F5344CB8AC3E}">
        <p14:creationId xmlns:p14="http://schemas.microsoft.com/office/powerpoint/2010/main" val="116677766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Section title with no subtitle</a:t>
            </a:r>
          </a:p>
        </p:txBody>
      </p:sp>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sldGuideLst>
    </p:ext>
  </p:extLst>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 with no subtitle</a:t>
            </a:r>
          </a:p>
        </p:txBody>
      </p:sp>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sldGuideLst>
    </p:ext>
  </p:extLst>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Blank 12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5457056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Blank 12 Column Dark Bkg">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87878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Apendix Blue Bkg">
    <p:bg>
      <p:bgRef idx="1001">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F377B63-6619-6B40-8D85-1D972ED609B9}"/>
              </a:ext>
            </a:extLst>
          </p:cNvPr>
          <p:cNvSpPr>
            <a:spLocks noGrp="1"/>
          </p:cNvSpPr>
          <p:nvPr>
            <p:ph type="body" sz="quarter" idx="10" hasCustomPrompt="1"/>
          </p:nvPr>
        </p:nvSpPr>
        <p:spPr>
          <a:xfrm>
            <a:off x="584200" y="5715040"/>
            <a:ext cx="5367338" cy="553998"/>
          </a:xfrm>
        </p:spPr>
        <p:txBody>
          <a:bodyPr anchor="b"/>
          <a:lstStyle>
            <a:lvl1pPr marL="0" indent="0">
              <a:buNone/>
              <a:defRPr sz="3600">
                <a:latin typeface="+mj-lt"/>
              </a:defRPr>
            </a:lvl1pPr>
          </a:lstStyle>
          <a:p>
            <a:pPr lvl="0"/>
            <a:r>
              <a:rPr lang="en-US"/>
              <a:t>Appendix</a:t>
            </a:r>
          </a:p>
        </p:txBody>
      </p:sp>
    </p:spTree>
    <p:extLst>
      <p:ext uri="{BB962C8B-B14F-4D97-AF65-F5344CB8AC3E}">
        <p14:creationId xmlns:p14="http://schemas.microsoft.com/office/powerpoint/2010/main" val="235373038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6" pos="3749">
          <p15:clr>
            <a:srgbClr val="A4A3A4"/>
          </p15:clr>
        </p15:guide>
        <p15:guide id="17" pos="3932">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9250691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emf"/><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9.emf"/><Relationship Id="rId3" Type="http://schemas.openxmlformats.org/officeDocument/2006/relationships/slideLayout" Target="../slideLayouts/slideLayout37.xml"/><Relationship Id="rId7" Type="http://schemas.openxmlformats.org/officeDocument/2006/relationships/theme" Target="../theme/theme2.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5" Type="http://schemas.openxmlformats.org/officeDocument/2006/relationships/slideLayout" Target="../slideLayouts/slideLayout39.xml"/><Relationship Id="rId4" Type="http://schemas.openxmlformats.org/officeDocument/2006/relationships/slideLayout" Target="../slideLayouts/slideLayout38.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66.xml"/><Relationship Id="rId21" Type="http://schemas.openxmlformats.org/officeDocument/2006/relationships/slideLayout" Target="../slideLayouts/slideLayout61.xml"/><Relationship Id="rId42" Type="http://schemas.openxmlformats.org/officeDocument/2006/relationships/slideLayout" Target="../slideLayouts/slideLayout82.xml"/><Relationship Id="rId47" Type="http://schemas.openxmlformats.org/officeDocument/2006/relationships/slideLayout" Target="../slideLayouts/slideLayout87.xml"/><Relationship Id="rId63" Type="http://schemas.openxmlformats.org/officeDocument/2006/relationships/slideLayout" Target="../slideLayouts/slideLayout103.xml"/><Relationship Id="rId68" Type="http://schemas.openxmlformats.org/officeDocument/2006/relationships/slideLayout" Target="../slideLayouts/slideLayout108.xml"/><Relationship Id="rId84" Type="http://schemas.openxmlformats.org/officeDocument/2006/relationships/slideLayout" Target="../slideLayouts/slideLayout124.xml"/><Relationship Id="rId89" Type="http://schemas.openxmlformats.org/officeDocument/2006/relationships/slideLayout" Target="../slideLayouts/slideLayout129.xml"/><Relationship Id="rId112" Type="http://schemas.openxmlformats.org/officeDocument/2006/relationships/slideLayout" Target="../slideLayouts/slideLayout152.xml"/><Relationship Id="rId16" Type="http://schemas.openxmlformats.org/officeDocument/2006/relationships/slideLayout" Target="../slideLayouts/slideLayout56.xml"/><Relationship Id="rId107" Type="http://schemas.openxmlformats.org/officeDocument/2006/relationships/slideLayout" Target="../slideLayouts/slideLayout147.xml"/><Relationship Id="rId11" Type="http://schemas.openxmlformats.org/officeDocument/2006/relationships/slideLayout" Target="../slideLayouts/slideLayout51.xml"/><Relationship Id="rId32" Type="http://schemas.openxmlformats.org/officeDocument/2006/relationships/slideLayout" Target="../slideLayouts/slideLayout72.xml"/><Relationship Id="rId37" Type="http://schemas.openxmlformats.org/officeDocument/2006/relationships/slideLayout" Target="../slideLayouts/slideLayout77.xml"/><Relationship Id="rId53" Type="http://schemas.openxmlformats.org/officeDocument/2006/relationships/slideLayout" Target="../slideLayouts/slideLayout93.xml"/><Relationship Id="rId58" Type="http://schemas.openxmlformats.org/officeDocument/2006/relationships/slideLayout" Target="../slideLayouts/slideLayout98.xml"/><Relationship Id="rId74" Type="http://schemas.openxmlformats.org/officeDocument/2006/relationships/slideLayout" Target="../slideLayouts/slideLayout114.xml"/><Relationship Id="rId79" Type="http://schemas.openxmlformats.org/officeDocument/2006/relationships/slideLayout" Target="../slideLayouts/slideLayout119.xml"/><Relationship Id="rId102" Type="http://schemas.openxmlformats.org/officeDocument/2006/relationships/slideLayout" Target="../slideLayouts/slideLayout142.xml"/><Relationship Id="rId5" Type="http://schemas.openxmlformats.org/officeDocument/2006/relationships/slideLayout" Target="../slideLayouts/slideLayout45.xml"/><Relationship Id="rId90" Type="http://schemas.openxmlformats.org/officeDocument/2006/relationships/slideLayout" Target="../slideLayouts/slideLayout130.xml"/><Relationship Id="rId95" Type="http://schemas.openxmlformats.org/officeDocument/2006/relationships/slideLayout" Target="../slideLayouts/slideLayout135.xml"/><Relationship Id="rId22" Type="http://schemas.openxmlformats.org/officeDocument/2006/relationships/slideLayout" Target="../slideLayouts/slideLayout62.xml"/><Relationship Id="rId27" Type="http://schemas.openxmlformats.org/officeDocument/2006/relationships/slideLayout" Target="../slideLayouts/slideLayout67.xml"/><Relationship Id="rId43" Type="http://schemas.openxmlformats.org/officeDocument/2006/relationships/slideLayout" Target="../slideLayouts/slideLayout83.xml"/><Relationship Id="rId48" Type="http://schemas.openxmlformats.org/officeDocument/2006/relationships/slideLayout" Target="../slideLayouts/slideLayout88.xml"/><Relationship Id="rId64" Type="http://schemas.openxmlformats.org/officeDocument/2006/relationships/slideLayout" Target="../slideLayouts/slideLayout104.xml"/><Relationship Id="rId69" Type="http://schemas.openxmlformats.org/officeDocument/2006/relationships/slideLayout" Target="../slideLayouts/slideLayout109.xml"/><Relationship Id="rId113" Type="http://schemas.openxmlformats.org/officeDocument/2006/relationships/slideLayout" Target="../slideLayouts/slideLayout153.xml"/><Relationship Id="rId80" Type="http://schemas.openxmlformats.org/officeDocument/2006/relationships/slideLayout" Target="../slideLayouts/slideLayout120.xml"/><Relationship Id="rId85" Type="http://schemas.openxmlformats.org/officeDocument/2006/relationships/slideLayout" Target="../slideLayouts/slideLayout125.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33" Type="http://schemas.openxmlformats.org/officeDocument/2006/relationships/slideLayout" Target="../slideLayouts/slideLayout73.xml"/><Relationship Id="rId38" Type="http://schemas.openxmlformats.org/officeDocument/2006/relationships/slideLayout" Target="../slideLayouts/slideLayout78.xml"/><Relationship Id="rId59" Type="http://schemas.openxmlformats.org/officeDocument/2006/relationships/slideLayout" Target="../slideLayouts/slideLayout99.xml"/><Relationship Id="rId103" Type="http://schemas.openxmlformats.org/officeDocument/2006/relationships/slideLayout" Target="../slideLayouts/slideLayout143.xml"/><Relationship Id="rId108" Type="http://schemas.openxmlformats.org/officeDocument/2006/relationships/slideLayout" Target="../slideLayouts/slideLayout148.xml"/><Relationship Id="rId54" Type="http://schemas.openxmlformats.org/officeDocument/2006/relationships/slideLayout" Target="../slideLayouts/slideLayout94.xml"/><Relationship Id="rId70" Type="http://schemas.openxmlformats.org/officeDocument/2006/relationships/slideLayout" Target="../slideLayouts/slideLayout110.xml"/><Relationship Id="rId75" Type="http://schemas.openxmlformats.org/officeDocument/2006/relationships/slideLayout" Target="../slideLayouts/slideLayout115.xml"/><Relationship Id="rId91" Type="http://schemas.openxmlformats.org/officeDocument/2006/relationships/slideLayout" Target="../slideLayouts/slideLayout131.xml"/><Relationship Id="rId96" Type="http://schemas.openxmlformats.org/officeDocument/2006/relationships/slideLayout" Target="../slideLayouts/slideLayout136.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5" Type="http://schemas.openxmlformats.org/officeDocument/2006/relationships/slideLayout" Target="../slideLayouts/slideLayout55.xml"/><Relationship Id="rId23" Type="http://schemas.openxmlformats.org/officeDocument/2006/relationships/slideLayout" Target="../slideLayouts/slideLayout63.xml"/><Relationship Id="rId28" Type="http://schemas.openxmlformats.org/officeDocument/2006/relationships/slideLayout" Target="../slideLayouts/slideLayout68.xml"/><Relationship Id="rId36" Type="http://schemas.openxmlformats.org/officeDocument/2006/relationships/slideLayout" Target="../slideLayouts/slideLayout76.xml"/><Relationship Id="rId49" Type="http://schemas.openxmlformats.org/officeDocument/2006/relationships/slideLayout" Target="../slideLayouts/slideLayout89.xml"/><Relationship Id="rId57" Type="http://schemas.openxmlformats.org/officeDocument/2006/relationships/slideLayout" Target="../slideLayouts/slideLayout97.xml"/><Relationship Id="rId106" Type="http://schemas.openxmlformats.org/officeDocument/2006/relationships/slideLayout" Target="../slideLayouts/slideLayout146.xml"/><Relationship Id="rId114" Type="http://schemas.openxmlformats.org/officeDocument/2006/relationships/theme" Target="../theme/theme3.xml"/><Relationship Id="rId10" Type="http://schemas.openxmlformats.org/officeDocument/2006/relationships/slideLayout" Target="../slideLayouts/slideLayout50.xml"/><Relationship Id="rId31" Type="http://schemas.openxmlformats.org/officeDocument/2006/relationships/slideLayout" Target="../slideLayouts/slideLayout71.xml"/><Relationship Id="rId44" Type="http://schemas.openxmlformats.org/officeDocument/2006/relationships/slideLayout" Target="../slideLayouts/slideLayout84.xml"/><Relationship Id="rId52" Type="http://schemas.openxmlformats.org/officeDocument/2006/relationships/slideLayout" Target="../slideLayouts/slideLayout92.xml"/><Relationship Id="rId60" Type="http://schemas.openxmlformats.org/officeDocument/2006/relationships/slideLayout" Target="../slideLayouts/slideLayout100.xml"/><Relationship Id="rId65" Type="http://schemas.openxmlformats.org/officeDocument/2006/relationships/slideLayout" Target="../slideLayouts/slideLayout105.xml"/><Relationship Id="rId73" Type="http://schemas.openxmlformats.org/officeDocument/2006/relationships/slideLayout" Target="../slideLayouts/slideLayout113.xml"/><Relationship Id="rId78" Type="http://schemas.openxmlformats.org/officeDocument/2006/relationships/slideLayout" Target="../slideLayouts/slideLayout118.xml"/><Relationship Id="rId81" Type="http://schemas.openxmlformats.org/officeDocument/2006/relationships/slideLayout" Target="../slideLayouts/slideLayout121.xml"/><Relationship Id="rId86" Type="http://schemas.openxmlformats.org/officeDocument/2006/relationships/slideLayout" Target="../slideLayouts/slideLayout126.xml"/><Relationship Id="rId94" Type="http://schemas.openxmlformats.org/officeDocument/2006/relationships/slideLayout" Target="../slideLayouts/slideLayout134.xml"/><Relationship Id="rId99" Type="http://schemas.openxmlformats.org/officeDocument/2006/relationships/slideLayout" Target="../slideLayouts/slideLayout139.xml"/><Relationship Id="rId101" Type="http://schemas.openxmlformats.org/officeDocument/2006/relationships/slideLayout" Target="../slideLayouts/slideLayout141.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9" Type="http://schemas.openxmlformats.org/officeDocument/2006/relationships/slideLayout" Target="../slideLayouts/slideLayout79.xml"/><Relationship Id="rId109" Type="http://schemas.openxmlformats.org/officeDocument/2006/relationships/slideLayout" Target="../slideLayouts/slideLayout149.xml"/><Relationship Id="rId34" Type="http://schemas.openxmlformats.org/officeDocument/2006/relationships/slideLayout" Target="../slideLayouts/slideLayout74.xml"/><Relationship Id="rId50" Type="http://schemas.openxmlformats.org/officeDocument/2006/relationships/slideLayout" Target="../slideLayouts/slideLayout90.xml"/><Relationship Id="rId55" Type="http://schemas.openxmlformats.org/officeDocument/2006/relationships/slideLayout" Target="../slideLayouts/slideLayout95.xml"/><Relationship Id="rId76" Type="http://schemas.openxmlformats.org/officeDocument/2006/relationships/slideLayout" Target="../slideLayouts/slideLayout116.xml"/><Relationship Id="rId97" Type="http://schemas.openxmlformats.org/officeDocument/2006/relationships/slideLayout" Target="../slideLayouts/slideLayout137.xml"/><Relationship Id="rId104" Type="http://schemas.openxmlformats.org/officeDocument/2006/relationships/slideLayout" Target="../slideLayouts/slideLayout144.xml"/><Relationship Id="rId7" Type="http://schemas.openxmlformats.org/officeDocument/2006/relationships/slideLayout" Target="../slideLayouts/slideLayout47.xml"/><Relationship Id="rId71" Type="http://schemas.openxmlformats.org/officeDocument/2006/relationships/slideLayout" Target="../slideLayouts/slideLayout111.xml"/><Relationship Id="rId92" Type="http://schemas.openxmlformats.org/officeDocument/2006/relationships/slideLayout" Target="../slideLayouts/slideLayout132.xml"/><Relationship Id="rId2" Type="http://schemas.openxmlformats.org/officeDocument/2006/relationships/slideLayout" Target="../slideLayouts/slideLayout42.xml"/><Relationship Id="rId29" Type="http://schemas.openxmlformats.org/officeDocument/2006/relationships/slideLayout" Target="../slideLayouts/slideLayout69.xml"/><Relationship Id="rId24" Type="http://schemas.openxmlformats.org/officeDocument/2006/relationships/slideLayout" Target="../slideLayouts/slideLayout64.xml"/><Relationship Id="rId40" Type="http://schemas.openxmlformats.org/officeDocument/2006/relationships/slideLayout" Target="../slideLayouts/slideLayout80.xml"/><Relationship Id="rId45" Type="http://schemas.openxmlformats.org/officeDocument/2006/relationships/slideLayout" Target="../slideLayouts/slideLayout85.xml"/><Relationship Id="rId66" Type="http://schemas.openxmlformats.org/officeDocument/2006/relationships/slideLayout" Target="../slideLayouts/slideLayout106.xml"/><Relationship Id="rId87" Type="http://schemas.openxmlformats.org/officeDocument/2006/relationships/slideLayout" Target="../slideLayouts/slideLayout127.xml"/><Relationship Id="rId110" Type="http://schemas.openxmlformats.org/officeDocument/2006/relationships/slideLayout" Target="../slideLayouts/slideLayout150.xml"/><Relationship Id="rId115" Type="http://schemas.openxmlformats.org/officeDocument/2006/relationships/image" Target="../media/image1.emf"/><Relationship Id="rId61" Type="http://schemas.openxmlformats.org/officeDocument/2006/relationships/slideLayout" Target="../slideLayouts/slideLayout101.xml"/><Relationship Id="rId82" Type="http://schemas.openxmlformats.org/officeDocument/2006/relationships/slideLayout" Target="../slideLayouts/slideLayout122.xml"/><Relationship Id="rId19" Type="http://schemas.openxmlformats.org/officeDocument/2006/relationships/slideLayout" Target="../slideLayouts/slideLayout59.xml"/><Relationship Id="rId14" Type="http://schemas.openxmlformats.org/officeDocument/2006/relationships/slideLayout" Target="../slideLayouts/slideLayout54.xml"/><Relationship Id="rId30" Type="http://schemas.openxmlformats.org/officeDocument/2006/relationships/slideLayout" Target="../slideLayouts/slideLayout70.xml"/><Relationship Id="rId35" Type="http://schemas.openxmlformats.org/officeDocument/2006/relationships/slideLayout" Target="../slideLayouts/slideLayout75.xml"/><Relationship Id="rId56" Type="http://schemas.openxmlformats.org/officeDocument/2006/relationships/slideLayout" Target="../slideLayouts/slideLayout96.xml"/><Relationship Id="rId77" Type="http://schemas.openxmlformats.org/officeDocument/2006/relationships/slideLayout" Target="../slideLayouts/slideLayout117.xml"/><Relationship Id="rId100" Type="http://schemas.openxmlformats.org/officeDocument/2006/relationships/slideLayout" Target="../slideLayouts/slideLayout140.xml"/><Relationship Id="rId105" Type="http://schemas.openxmlformats.org/officeDocument/2006/relationships/slideLayout" Target="../slideLayouts/slideLayout145.xml"/><Relationship Id="rId8" Type="http://schemas.openxmlformats.org/officeDocument/2006/relationships/slideLayout" Target="../slideLayouts/slideLayout48.xml"/><Relationship Id="rId51" Type="http://schemas.openxmlformats.org/officeDocument/2006/relationships/slideLayout" Target="../slideLayouts/slideLayout91.xml"/><Relationship Id="rId72" Type="http://schemas.openxmlformats.org/officeDocument/2006/relationships/slideLayout" Target="../slideLayouts/slideLayout112.xml"/><Relationship Id="rId93" Type="http://schemas.openxmlformats.org/officeDocument/2006/relationships/slideLayout" Target="../slideLayouts/slideLayout133.xml"/><Relationship Id="rId98" Type="http://schemas.openxmlformats.org/officeDocument/2006/relationships/slideLayout" Target="../slideLayouts/slideLayout138.xml"/><Relationship Id="rId3" Type="http://schemas.openxmlformats.org/officeDocument/2006/relationships/slideLayout" Target="../slideLayouts/slideLayout43.xml"/><Relationship Id="rId25" Type="http://schemas.openxmlformats.org/officeDocument/2006/relationships/slideLayout" Target="../slideLayouts/slideLayout65.xml"/><Relationship Id="rId46" Type="http://schemas.openxmlformats.org/officeDocument/2006/relationships/slideLayout" Target="../slideLayouts/slideLayout86.xml"/><Relationship Id="rId67" Type="http://schemas.openxmlformats.org/officeDocument/2006/relationships/slideLayout" Target="../slideLayouts/slideLayout107.xml"/><Relationship Id="rId20" Type="http://schemas.openxmlformats.org/officeDocument/2006/relationships/slideLayout" Target="../slideLayouts/slideLayout60.xml"/><Relationship Id="rId41" Type="http://schemas.openxmlformats.org/officeDocument/2006/relationships/slideLayout" Target="../slideLayouts/slideLayout81.xml"/><Relationship Id="rId62" Type="http://schemas.openxmlformats.org/officeDocument/2006/relationships/slideLayout" Target="../slideLayouts/slideLayout102.xml"/><Relationship Id="rId83" Type="http://schemas.openxmlformats.org/officeDocument/2006/relationships/slideLayout" Target="../slideLayouts/slideLayout123.xml"/><Relationship Id="rId88" Type="http://schemas.openxmlformats.org/officeDocument/2006/relationships/slideLayout" Target="../slideLayouts/slideLayout128.xml"/><Relationship Id="rId111" Type="http://schemas.openxmlformats.org/officeDocument/2006/relationships/slideLayout" Target="../slideLayouts/slideLayout15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36"/>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4580" r:id="rId1"/>
    <p:sldLayoutId id="2147484609" r:id="rId2"/>
    <p:sldLayoutId id="2147484577" r:id="rId3"/>
    <p:sldLayoutId id="2147484610" r:id="rId4"/>
    <p:sldLayoutId id="2147484710" r:id="rId5"/>
    <p:sldLayoutId id="2147484240" r:id="rId6"/>
    <p:sldLayoutId id="2147484910" r:id="rId7"/>
    <p:sldLayoutId id="2147484911" r:id="rId8"/>
    <p:sldLayoutId id="2147484639" r:id="rId9"/>
    <p:sldLayoutId id="2147484603" r:id="rId10"/>
    <p:sldLayoutId id="2147484833" r:id="rId11"/>
    <p:sldLayoutId id="2147484834" r:id="rId12"/>
    <p:sldLayoutId id="2147484835" r:id="rId13"/>
    <p:sldLayoutId id="2147484922" r:id="rId14"/>
    <p:sldLayoutId id="2147484923" r:id="rId15"/>
    <p:sldLayoutId id="2147484924" r:id="rId16"/>
    <p:sldLayoutId id="2147484839" r:id="rId17"/>
    <p:sldLayoutId id="2147484840" r:id="rId18"/>
    <p:sldLayoutId id="2147484841" r:id="rId19"/>
    <p:sldLayoutId id="2147484842" r:id="rId20"/>
    <p:sldLayoutId id="2147484843" r:id="rId21"/>
    <p:sldLayoutId id="2147484931" r:id="rId22"/>
    <p:sldLayoutId id="2147484787" r:id="rId23"/>
    <p:sldLayoutId id="2147484249" r:id="rId24"/>
    <p:sldLayoutId id="2147484640" r:id="rId25"/>
    <p:sldLayoutId id="2147484584" r:id="rId26"/>
    <p:sldLayoutId id="2147484583" r:id="rId27"/>
    <p:sldLayoutId id="2147484671" r:id="rId28"/>
    <p:sldLayoutId id="2147484673" r:id="rId29"/>
    <p:sldLayoutId id="2147484585" r:id="rId30"/>
    <p:sldLayoutId id="2147484299" r:id="rId31"/>
    <p:sldLayoutId id="2147484263" r:id="rId32"/>
    <p:sldLayoutId id="2147484932" r:id="rId33"/>
    <p:sldLayoutId id="2147489038" r:id="rId34"/>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9" name="NEW Brand Colors 2018">
            <a:extLst>
              <a:ext uri="{FF2B5EF4-FFF2-40B4-BE49-F238E27FC236}">
                <a16:creationId xmlns:a16="http://schemas.microsoft.com/office/drawing/2014/main" id="{9D5783B5-1069-4509-929A-C02C0B0887F7}"/>
              </a:ext>
            </a:extLst>
          </p:cNvPr>
          <p:cNvPicPr>
            <a:picLocks noChangeAspect="1"/>
          </p:cNvPicPr>
          <p:nvPr userDrawn="1"/>
        </p:nvPicPr>
        <p:blipFill>
          <a:blip r:embed="rId8" cstate="email">
            <a:extLst>
              <a:ext uri="{28A0092B-C50C-407E-A947-70E740481C1C}">
                <a14:useLocalDpi xmlns:a14="http://schemas.microsoft.com/office/drawing/2010/main"/>
              </a:ext>
            </a:extLst>
          </a:blip>
          <a:stretch>
            <a:fillRect/>
          </a:stretch>
        </p:blipFill>
        <p:spPr>
          <a:xfrm rot="5400000">
            <a:off x="9288988" y="2942644"/>
            <a:ext cx="6858000" cy="972712"/>
          </a:xfrm>
          <a:prstGeom prst="rect">
            <a:avLst/>
          </a:prstGeom>
        </p:spPr>
      </p:pic>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9006" r:id="rId1"/>
    <p:sldLayoutId id="2147484247" r:id="rId2"/>
    <p:sldLayoutId id="2147484256" r:id="rId3"/>
    <p:sldLayoutId id="2147484257" r:id="rId4"/>
    <p:sldLayoutId id="2147489002" r:id="rId5"/>
    <p:sldLayoutId id="2147489003" r:id="rId6"/>
  </p:sldLayoutIdLst>
  <p:transition>
    <p:fade/>
  </p:transition>
  <p:hf sldNum="0" hdr="0" ftr="0" dt="0"/>
  <p:txStyles>
    <p:titleStyle>
      <a:lvl1pPr algn="l" defTabSz="932742" rtl="0" eaLnBrk="1" latinLnBrk="0" hangingPunct="1">
        <a:lnSpc>
          <a:spcPct val="100000"/>
        </a:lnSpc>
        <a:spcBef>
          <a:spcPct val="0"/>
        </a:spcBef>
        <a:buNone/>
        <a:defRPr lang="en-US" sz="3600" b="1"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115" cstate="hqprint">
            <a:extLst>
              <a:ext uri="{28A0092B-C50C-407E-A947-70E740481C1C}">
                <a14:useLocalDpi xmlns:a14="http://schemas.microsoft.com/office/drawing/2010/main"/>
              </a:ext>
            </a:extLst>
          </a:blip>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9008" r:id="rId1"/>
    <p:sldLayoutId id="2147489009" r:id="rId2"/>
    <p:sldLayoutId id="2147489010" r:id="rId3"/>
    <p:sldLayoutId id="2147485286" r:id="rId4"/>
    <p:sldLayoutId id="2147485390" r:id="rId5"/>
    <p:sldLayoutId id="2147489011" r:id="rId6"/>
    <p:sldLayoutId id="2147485389" r:id="rId7"/>
    <p:sldLayoutId id="2147485395" r:id="rId8"/>
    <p:sldLayoutId id="2147485396" r:id="rId9"/>
    <p:sldLayoutId id="2147489012" r:id="rId10"/>
    <p:sldLayoutId id="2147489013" r:id="rId11"/>
    <p:sldLayoutId id="2147489014" r:id="rId12"/>
    <p:sldLayoutId id="2147489015" r:id="rId13"/>
    <p:sldLayoutId id="2147485050" r:id="rId14"/>
    <p:sldLayoutId id="2147485165" r:id="rId15"/>
    <p:sldLayoutId id="2147484941" r:id="rId16"/>
    <p:sldLayoutId id="2147484942" r:id="rId17"/>
    <p:sldLayoutId id="2147485162" r:id="rId18"/>
    <p:sldLayoutId id="2147489016" r:id="rId19"/>
    <p:sldLayoutId id="2147484943" r:id="rId20"/>
    <p:sldLayoutId id="2147489017" r:id="rId21"/>
    <p:sldLayoutId id="2147485324" r:id="rId22"/>
    <p:sldLayoutId id="2147485326" r:id="rId23"/>
    <p:sldLayoutId id="2147485327" r:id="rId24"/>
    <p:sldLayoutId id="2147485328" r:id="rId25"/>
    <p:sldLayoutId id="2147485329" r:id="rId26"/>
    <p:sldLayoutId id="2147485330" r:id="rId27"/>
    <p:sldLayoutId id="2147485325" r:id="rId28"/>
    <p:sldLayoutId id="2147485331" r:id="rId29"/>
    <p:sldLayoutId id="2147485332" r:id="rId30"/>
    <p:sldLayoutId id="2147485366" r:id="rId31"/>
    <p:sldLayoutId id="2147485333" r:id="rId32"/>
    <p:sldLayoutId id="2147485334" r:id="rId33"/>
    <p:sldLayoutId id="2147485394" r:id="rId34"/>
    <p:sldLayoutId id="2147485340" r:id="rId35"/>
    <p:sldLayoutId id="2147485346" r:id="rId36"/>
    <p:sldLayoutId id="2147485349" r:id="rId37"/>
    <p:sldLayoutId id="2147485351" r:id="rId38"/>
    <p:sldLayoutId id="2147485369" r:id="rId39"/>
    <p:sldLayoutId id="2147485363" r:id="rId40"/>
    <p:sldLayoutId id="2147485370" r:id="rId41"/>
    <p:sldLayoutId id="2147489018" r:id="rId42"/>
    <p:sldLayoutId id="2147489019" r:id="rId43"/>
    <p:sldLayoutId id="2147489020" r:id="rId44"/>
    <p:sldLayoutId id="2147485385" r:id="rId45"/>
    <p:sldLayoutId id="2147485387" r:id="rId46"/>
    <p:sldLayoutId id="2147485382" r:id="rId47"/>
    <p:sldLayoutId id="2147489021" r:id="rId48"/>
    <p:sldLayoutId id="2147489022" r:id="rId49"/>
    <p:sldLayoutId id="2147485287" r:id="rId50"/>
    <p:sldLayoutId id="2147489023" r:id="rId51"/>
    <p:sldLayoutId id="2147489024" r:id="rId52"/>
    <p:sldLayoutId id="2147489025" r:id="rId53"/>
    <p:sldLayoutId id="2147485383" r:id="rId54"/>
    <p:sldLayoutId id="2147489026" r:id="rId55"/>
    <p:sldLayoutId id="2147489027" r:id="rId56"/>
    <p:sldLayoutId id="2147489028" r:id="rId57"/>
    <p:sldLayoutId id="2147484938" r:id="rId58"/>
    <p:sldLayoutId id="2147484939" r:id="rId59"/>
    <p:sldLayoutId id="2147484940" r:id="rId60"/>
    <p:sldLayoutId id="2147485161" r:id="rId61"/>
    <p:sldLayoutId id="2147485152" r:id="rId62"/>
    <p:sldLayoutId id="2147485153" r:id="rId63"/>
    <p:sldLayoutId id="2147485154" r:id="rId64"/>
    <p:sldLayoutId id="2147485379" r:id="rId65"/>
    <p:sldLayoutId id="2147485380" r:id="rId66"/>
    <p:sldLayoutId id="2147485381" r:id="rId67"/>
    <p:sldLayoutId id="2147484944" r:id="rId68"/>
    <p:sldLayoutId id="2147484945" r:id="rId69"/>
    <p:sldLayoutId id="2147485372" r:id="rId70"/>
    <p:sldLayoutId id="2147485373" r:id="rId71"/>
    <p:sldLayoutId id="2147485388" r:id="rId72"/>
    <p:sldLayoutId id="2147485296" r:id="rId73"/>
    <p:sldLayoutId id="2147485392" r:id="rId74"/>
    <p:sldLayoutId id="2147485393" r:id="rId75"/>
    <p:sldLayoutId id="2147485368" r:id="rId76"/>
    <p:sldLayoutId id="2147485367" r:id="rId77"/>
    <p:sldLayoutId id="2147485292" r:id="rId78"/>
    <p:sldLayoutId id="2147485294" r:id="rId79"/>
    <p:sldLayoutId id="2147485338" r:id="rId80"/>
    <p:sldLayoutId id="2147485339" r:id="rId81"/>
    <p:sldLayoutId id="2147485360" r:id="rId82"/>
    <p:sldLayoutId id="2147485364" r:id="rId83"/>
    <p:sldLayoutId id="2147485365" r:id="rId84"/>
    <p:sldLayoutId id="2147485352" r:id="rId85"/>
    <p:sldLayoutId id="2147485353" r:id="rId86"/>
    <p:sldLayoutId id="2147485354" r:id="rId87"/>
    <p:sldLayoutId id="2147485355" r:id="rId88"/>
    <p:sldLayoutId id="2147485356" r:id="rId89"/>
    <p:sldLayoutId id="2147485374" r:id="rId90"/>
    <p:sldLayoutId id="2147485375" r:id="rId91"/>
    <p:sldLayoutId id="2147485376" r:id="rId92"/>
    <p:sldLayoutId id="2147485377" r:id="rId93"/>
    <p:sldLayoutId id="2147485378" r:id="rId94"/>
    <p:sldLayoutId id="2147485137" r:id="rId95"/>
    <p:sldLayoutId id="2147485138" r:id="rId96"/>
    <p:sldLayoutId id="2147485139" r:id="rId97"/>
    <p:sldLayoutId id="2147485140" r:id="rId98"/>
    <p:sldLayoutId id="2147485141" r:id="rId99"/>
    <p:sldLayoutId id="2147485142" r:id="rId100"/>
    <p:sldLayoutId id="2147489029" r:id="rId101"/>
    <p:sldLayoutId id="2147489030" r:id="rId102"/>
    <p:sldLayoutId id="2147485288" r:id="rId103"/>
    <p:sldLayoutId id="2147485290" r:id="rId104"/>
    <p:sldLayoutId id="2147485289" r:id="rId105"/>
    <p:sldLayoutId id="2147485291" r:id="rId106"/>
    <p:sldLayoutId id="2147489031" r:id="rId107"/>
    <p:sldLayoutId id="2147489032" r:id="rId108"/>
    <p:sldLayoutId id="2147489033" r:id="rId109"/>
    <p:sldLayoutId id="2147489034" r:id="rId110"/>
    <p:sldLayoutId id="2147485391" r:id="rId111"/>
    <p:sldLayoutId id="2147489035" r:id="rId112"/>
    <p:sldLayoutId id="2147489036" r:id="rId1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svg"/><Relationship Id="rId18" Type="http://schemas.openxmlformats.org/officeDocument/2006/relationships/image" Target="../media/image47.svg"/><Relationship Id="rId3" Type="http://schemas.openxmlformats.org/officeDocument/2006/relationships/image" Target="../media/image32.png"/><Relationship Id="rId21" Type="http://schemas.openxmlformats.org/officeDocument/2006/relationships/image" Target="../media/image50.pn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svg"/><Relationship Id="rId25" Type="http://schemas.openxmlformats.org/officeDocument/2006/relationships/image" Target="../media/image54.svg"/><Relationship Id="rId2" Type="http://schemas.openxmlformats.org/officeDocument/2006/relationships/notesSlide" Target="../notesSlides/notesSlide1.xml"/><Relationship Id="rId16" Type="http://schemas.openxmlformats.org/officeDocument/2006/relationships/image" Target="../media/image45.svg"/><Relationship Id="rId20" Type="http://schemas.openxmlformats.org/officeDocument/2006/relationships/image" Target="../media/image49.svg"/><Relationship Id="rId1" Type="http://schemas.openxmlformats.org/officeDocument/2006/relationships/slideLayout" Target="../slideLayouts/slideLayout34.xml"/><Relationship Id="rId6" Type="http://schemas.openxmlformats.org/officeDocument/2006/relationships/image" Target="../media/image35.svg"/><Relationship Id="rId11" Type="http://schemas.openxmlformats.org/officeDocument/2006/relationships/image" Target="../media/image40.png"/><Relationship Id="rId24" Type="http://schemas.openxmlformats.org/officeDocument/2006/relationships/image" Target="../media/image53.svg"/><Relationship Id="rId5" Type="http://schemas.openxmlformats.org/officeDocument/2006/relationships/image" Target="../media/image34.png"/><Relationship Id="rId15" Type="http://schemas.openxmlformats.org/officeDocument/2006/relationships/image" Target="../media/image44.svg"/><Relationship Id="rId23" Type="http://schemas.openxmlformats.org/officeDocument/2006/relationships/image" Target="../media/image52.svg"/><Relationship Id="rId10" Type="http://schemas.openxmlformats.org/officeDocument/2006/relationships/image" Target="../media/image39.png"/><Relationship Id="rId19" Type="http://schemas.openxmlformats.org/officeDocument/2006/relationships/image" Target="../media/image48.svg"/><Relationship Id="rId4" Type="http://schemas.openxmlformats.org/officeDocument/2006/relationships/image" Target="../media/image33.svg"/><Relationship Id="rId9" Type="http://schemas.openxmlformats.org/officeDocument/2006/relationships/image" Target="../media/image38.png"/><Relationship Id="rId14" Type="http://schemas.openxmlformats.org/officeDocument/2006/relationships/image" Target="../media/image43.svg"/><Relationship Id="rId22" Type="http://schemas.openxmlformats.org/officeDocument/2006/relationships/image" Target="../media/image51.svg"/></Relationships>
</file>

<file path=ppt/slides/_rels/slide2.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8.svg"/><Relationship Id="rId18" Type="http://schemas.openxmlformats.org/officeDocument/2006/relationships/image" Target="../media/image49.svg"/><Relationship Id="rId26" Type="http://schemas.openxmlformats.org/officeDocument/2006/relationships/image" Target="../media/image47.svg"/><Relationship Id="rId3" Type="http://schemas.openxmlformats.org/officeDocument/2006/relationships/image" Target="../media/image32.png"/><Relationship Id="rId21" Type="http://schemas.openxmlformats.org/officeDocument/2006/relationships/image" Target="../media/image42.svg"/><Relationship Id="rId7" Type="http://schemas.openxmlformats.org/officeDocument/2006/relationships/image" Target="../media/image37.png"/><Relationship Id="rId12" Type="http://schemas.openxmlformats.org/officeDocument/2006/relationships/image" Target="../media/image52.svg"/><Relationship Id="rId17" Type="http://schemas.openxmlformats.org/officeDocument/2006/relationships/image" Target="../media/image58.svg"/><Relationship Id="rId25" Type="http://schemas.openxmlformats.org/officeDocument/2006/relationships/image" Target="../media/image46.svg"/><Relationship Id="rId2" Type="http://schemas.openxmlformats.org/officeDocument/2006/relationships/notesSlide" Target="../notesSlides/notesSlide2.xml"/><Relationship Id="rId16" Type="http://schemas.openxmlformats.org/officeDocument/2006/relationships/image" Target="../media/image57.svg"/><Relationship Id="rId20" Type="http://schemas.openxmlformats.org/officeDocument/2006/relationships/image" Target="../media/image36.svg"/><Relationship Id="rId1" Type="http://schemas.openxmlformats.org/officeDocument/2006/relationships/slideLayout" Target="../slideLayouts/slideLayout34.xml"/><Relationship Id="rId6" Type="http://schemas.openxmlformats.org/officeDocument/2006/relationships/image" Target="../media/image35.svg"/><Relationship Id="rId11" Type="http://schemas.openxmlformats.org/officeDocument/2006/relationships/image" Target="../media/image50.png"/><Relationship Id="rId24" Type="http://schemas.openxmlformats.org/officeDocument/2006/relationships/image" Target="../media/image45.svg"/><Relationship Id="rId5" Type="http://schemas.openxmlformats.org/officeDocument/2006/relationships/image" Target="../media/image34.png"/><Relationship Id="rId15" Type="http://schemas.openxmlformats.org/officeDocument/2006/relationships/image" Target="../media/image56.svg"/><Relationship Id="rId23" Type="http://schemas.openxmlformats.org/officeDocument/2006/relationships/image" Target="../media/image44.svg"/><Relationship Id="rId28" Type="http://schemas.openxmlformats.org/officeDocument/2006/relationships/image" Target="../media/image54.svg"/><Relationship Id="rId10" Type="http://schemas.openxmlformats.org/officeDocument/2006/relationships/image" Target="../media/image51.svg"/><Relationship Id="rId19" Type="http://schemas.openxmlformats.org/officeDocument/2006/relationships/image" Target="../media/image59.png"/><Relationship Id="rId4" Type="http://schemas.openxmlformats.org/officeDocument/2006/relationships/image" Target="../media/image33.svg"/><Relationship Id="rId9" Type="http://schemas.openxmlformats.org/officeDocument/2006/relationships/image" Target="../media/image41.svg"/><Relationship Id="rId14" Type="http://schemas.openxmlformats.org/officeDocument/2006/relationships/image" Target="../media/image55.png"/><Relationship Id="rId22" Type="http://schemas.openxmlformats.org/officeDocument/2006/relationships/image" Target="../media/image43.svg"/><Relationship Id="rId27" Type="http://schemas.openxmlformats.org/officeDocument/2006/relationships/image" Target="../media/image5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5DF42-FBBA-5C6E-58BC-3BE64F74C3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614ED1-4639-21AC-9EEE-CB1BCFA153EB}"/>
              </a:ext>
            </a:extLst>
          </p:cNvPr>
          <p:cNvSpPr>
            <a:spLocks noGrp="1"/>
          </p:cNvSpPr>
          <p:nvPr>
            <p:ph type="title"/>
          </p:nvPr>
        </p:nvSpPr>
        <p:spPr>
          <a:xfrm>
            <a:off x="381000" y="457200"/>
            <a:ext cx="11430000" cy="553998"/>
          </a:xfrm>
        </p:spPr>
        <p:txBody>
          <a:bodyPr/>
          <a:lstStyle/>
          <a:p>
            <a:r>
              <a:rPr lang="en-US" dirty="0">
                <a:cs typeface="Segoe UI"/>
              </a:rPr>
              <a:t>Public deployment</a:t>
            </a:r>
            <a:endParaRPr lang="en-US" dirty="0"/>
          </a:p>
        </p:txBody>
      </p:sp>
      <p:sp>
        <p:nvSpPr>
          <p:cNvPr id="237" name="Rectangle 236">
            <a:extLst>
              <a:ext uri="{FF2B5EF4-FFF2-40B4-BE49-F238E27FC236}">
                <a16:creationId xmlns:a16="http://schemas.microsoft.com/office/drawing/2014/main" id="{12A024C7-03CF-D3DF-95B0-D07FD83BCF8F}"/>
              </a:ext>
            </a:extLst>
          </p:cNvPr>
          <p:cNvSpPr/>
          <p:nvPr/>
        </p:nvSpPr>
        <p:spPr>
          <a:xfrm>
            <a:off x="2288779" y="1304746"/>
            <a:ext cx="6789233" cy="4013764"/>
          </a:xfrm>
          <a:prstGeom prst="rect">
            <a:avLst/>
          </a:prstGeom>
          <a:noFill/>
          <a:ln>
            <a:solidFill>
              <a:srgbClr val="7030A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38" name="Group 237">
            <a:extLst>
              <a:ext uri="{FF2B5EF4-FFF2-40B4-BE49-F238E27FC236}">
                <a16:creationId xmlns:a16="http://schemas.microsoft.com/office/drawing/2014/main" id="{508396B7-6578-F9B0-E37A-AE2DD58CE8AC}"/>
              </a:ext>
            </a:extLst>
          </p:cNvPr>
          <p:cNvGrpSpPr/>
          <p:nvPr/>
        </p:nvGrpSpPr>
        <p:grpSpPr>
          <a:xfrm>
            <a:off x="2322845" y="1452868"/>
            <a:ext cx="815204" cy="1290193"/>
            <a:chOff x="10831462" y="349497"/>
            <a:chExt cx="815204" cy="1290193"/>
          </a:xfrm>
        </p:grpSpPr>
        <p:pic>
          <p:nvPicPr>
            <p:cNvPr id="239" name="Picture 238">
              <a:extLst>
                <a:ext uri="{FF2B5EF4-FFF2-40B4-BE49-F238E27FC236}">
                  <a16:creationId xmlns:a16="http://schemas.microsoft.com/office/drawing/2014/main" id="{63BA02E3-8778-5E96-7EF7-0AA69EFFAB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22816" y="349497"/>
              <a:ext cx="432497" cy="432497"/>
            </a:xfrm>
            <a:prstGeom prst="rect">
              <a:avLst/>
            </a:prstGeom>
          </p:spPr>
        </p:pic>
        <p:sp>
          <p:nvSpPr>
            <p:cNvPr id="240" name="TextBox 239">
              <a:extLst>
                <a:ext uri="{FF2B5EF4-FFF2-40B4-BE49-F238E27FC236}">
                  <a16:creationId xmlns:a16="http://schemas.microsoft.com/office/drawing/2014/main" id="{7E18A4DF-A6E1-9F36-7558-F00609A91BA0}"/>
                </a:ext>
              </a:extLst>
            </p:cNvPr>
            <p:cNvSpPr txBox="1"/>
            <p:nvPr/>
          </p:nvSpPr>
          <p:spPr>
            <a:xfrm>
              <a:off x="10831462" y="808693"/>
              <a:ext cx="815204"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Microsoft Entra ID</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Siemens</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Tenant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41" name="Graphic 240">
            <a:extLst>
              <a:ext uri="{FF2B5EF4-FFF2-40B4-BE49-F238E27FC236}">
                <a16:creationId xmlns:a16="http://schemas.microsoft.com/office/drawing/2014/main" id="{10C5DD22-87D7-5F81-CCBE-1F620C202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83225" y="4295899"/>
            <a:ext cx="440399" cy="440399"/>
          </a:xfrm>
          <a:prstGeom prst="rect">
            <a:avLst/>
          </a:prstGeom>
        </p:spPr>
      </p:pic>
      <p:pic>
        <p:nvPicPr>
          <p:cNvPr id="242" name="Picture 241">
            <a:extLst>
              <a:ext uri="{FF2B5EF4-FFF2-40B4-BE49-F238E27FC236}">
                <a16:creationId xmlns:a16="http://schemas.microsoft.com/office/drawing/2014/main" id="{11FE9AB2-9D5B-6EC2-9C61-DF46E01CC6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94402" y="4720891"/>
            <a:ext cx="461560" cy="461560"/>
          </a:xfrm>
          <a:prstGeom prst="rect">
            <a:avLst/>
          </a:prstGeom>
        </p:spPr>
      </p:pic>
      <p:sp>
        <p:nvSpPr>
          <p:cNvPr id="243" name="TextBox 242">
            <a:extLst>
              <a:ext uri="{FF2B5EF4-FFF2-40B4-BE49-F238E27FC236}">
                <a16:creationId xmlns:a16="http://schemas.microsoft.com/office/drawing/2014/main" id="{BF3104A5-A33C-9247-934C-744B1F9AA652}"/>
              </a:ext>
            </a:extLst>
          </p:cNvPr>
          <p:cNvSpPr txBox="1"/>
          <p:nvPr/>
        </p:nvSpPr>
        <p:spPr>
          <a:xfrm>
            <a:off x="8184367" y="1405934"/>
            <a:ext cx="777102"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Azure </a:t>
            </a:r>
            <a:b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Subscription</a:t>
            </a:r>
          </a:p>
        </p:txBody>
      </p:sp>
      <p:sp>
        <p:nvSpPr>
          <p:cNvPr id="244" name="Rectangle 243">
            <a:extLst>
              <a:ext uri="{FF2B5EF4-FFF2-40B4-BE49-F238E27FC236}">
                <a16:creationId xmlns:a16="http://schemas.microsoft.com/office/drawing/2014/main" id="{0978278C-C454-2EDB-8612-CFF3D373BB23}"/>
              </a:ext>
            </a:extLst>
          </p:cNvPr>
          <p:cNvSpPr/>
          <p:nvPr/>
        </p:nvSpPr>
        <p:spPr>
          <a:xfrm>
            <a:off x="3086099" y="1407680"/>
            <a:ext cx="5875369" cy="3819458"/>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299" name="Graphic 298">
            <a:extLst>
              <a:ext uri="{FF2B5EF4-FFF2-40B4-BE49-F238E27FC236}">
                <a16:creationId xmlns:a16="http://schemas.microsoft.com/office/drawing/2014/main" id="{CF4EFAF5-E9FC-7424-EBB2-77CC2ADCAB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71712" y="2544417"/>
            <a:ext cx="247981" cy="247981"/>
          </a:xfrm>
          <a:prstGeom prst="rect">
            <a:avLst/>
          </a:prstGeom>
        </p:spPr>
      </p:pic>
      <p:pic>
        <p:nvPicPr>
          <p:cNvPr id="300" name="Graphic 299">
            <a:extLst>
              <a:ext uri="{FF2B5EF4-FFF2-40B4-BE49-F238E27FC236}">
                <a16:creationId xmlns:a16="http://schemas.microsoft.com/office/drawing/2014/main" id="{48154F8C-0E7F-17A8-4305-202F9FA3919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068353" y="3208618"/>
            <a:ext cx="340165" cy="340165"/>
          </a:xfrm>
          <a:prstGeom prst="rect">
            <a:avLst/>
          </a:prstGeom>
        </p:spPr>
      </p:pic>
      <p:sp>
        <p:nvSpPr>
          <p:cNvPr id="301" name="TextBox 300">
            <a:extLst>
              <a:ext uri="{FF2B5EF4-FFF2-40B4-BE49-F238E27FC236}">
                <a16:creationId xmlns:a16="http://schemas.microsoft.com/office/drawing/2014/main" id="{1AEF5E86-D0F2-AD3D-1413-D733968CEA66}"/>
              </a:ext>
            </a:extLst>
          </p:cNvPr>
          <p:cNvSpPr txBox="1"/>
          <p:nvPr/>
        </p:nvSpPr>
        <p:spPr>
          <a:xfrm>
            <a:off x="6803054" y="2800165"/>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a:t>
            </a:r>
          </a:p>
        </p:txBody>
      </p:sp>
      <p:sp>
        <p:nvSpPr>
          <p:cNvPr id="302" name="TextBox 301">
            <a:extLst>
              <a:ext uri="{FF2B5EF4-FFF2-40B4-BE49-F238E27FC236}">
                <a16:creationId xmlns:a16="http://schemas.microsoft.com/office/drawing/2014/main" id="{7148BC23-F06F-CB2F-08D1-65478C29D1E9}"/>
              </a:ext>
            </a:extLst>
          </p:cNvPr>
          <p:cNvSpPr txBox="1"/>
          <p:nvPr/>
        </p:nvSpPr>
        <p:spPr>
          <a:xfrm>
            <a:off x="6841242" y="3502308"/>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318" name="Picture 317">
            <a:extLst>
              <a:ext uri="{FF2B5EF4-FFF2-40B4-BE49-F238E27FC236}">
                <a16:creationId xmlns:a16="http://schemas.microsoft.com/office/drawing/2014/main" id="{B0335CBF-45B2-FDCC-D5B2-0C797E738B77}"/>
              </a:ext>
            </a:extLst>
          </p:cNvPr>
          <p:cNvPicPr>
            <a:picLocks noChangeAspect="1"/>
          </p:cNvPicPr>
          <p:nvPr/>
        </p:nvPicPr>
        <p:blipFill>
          <a:blip r:embed="rId8"/>
          <a:stretch>
            <a:fillRect/>
          </a:stretch>
        </p:blipFill>
        <p:spPr>
          <a:xfrm>
            <a:off x="220746" y="5393890"/>
            <a:ext cx="1726363" cy="1333230"/>
          </a:xfrm>
          <a:prstGeom prst="rect">
            <a:avLst/>
          </a:prstGeom>
        </p:spPr>
      </p:pic>
      <p:pic>
        <p:nvPicPr>
          <p:cNvPr id="344" name="Picture 343">
            <a:extLst>
              <a:ext uri="{FF2B5EF4-FFF2-40B4-BE49-F238E27FC236}">
                <a16:creationId xmlns:a16="http://schemas.microsoft.com/office/drawing/2014/main" id="{AA523872-AF04-BB10-C43F-465CAA64E890}"/>
              </a:ext>
            </a:extLst>
          </p:cNvPr>
          <p:cNvPicPr>
            <a:picLocks noChangeAspect="1"/>
          </p:cNvPicPr>
          <p:nvPr/>
        </p:nvPicPr>
        <p:blipFill>
          <a:blip r:embed="rId9"/>
          <a:stretch>
            <a:fillRect/>
          </a:stretch>
        </p:blipFill>
        <p:spPr>
          <a:xfrm>
            <a:off x="199561" y="4038407"/>
            <a:ext cx="1823558" cy="1069513"/>
          </a:xfrm>
          <a:prstGeom prst="rect">
            <a:avLst/>
          </a:prstGeom>
        </p:spPr>
      </p:pic>
      <p:sp>
        <p:nvSpPr>
          <p:cNvPr id="225" name="Rectangle: Rounded Corners 224">
            <a:extLst>
              <a:ext uri="{FF2B5EF4-FFF2-40B4-BE49-F238E27FC236}">
                <a16:creationId xmlns:a16="http://schemas.microsoft.com/office/drawing/2014/main" id="{5E30F27F-52C6-B390-7139-349ACF399CBE}"/>
              </a:ext>
            </a:extLst>
          </p:cNvPr>
          <p:cNvSpPr/>
          <p:nvPr/>
        </p:nvSpPr>
        <p:spPr bwMode="auto">
          <a:xfrm>
            <a:off x="6155693" y="3135940"/>
            <a:ext cx="1052739"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Key Vault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Secrets </a:t>
            </a:r>
            <a:r>
              <a:rPr lang="fr-FR" sz="800" dirty="0" err="1">
                <a:solidFill>
                  <a:srgbClr val="00B050"/>
                </a:solidFill>
                <a:ea typeface="Segoe UI" pitchFamily="34" charset="0"/>
                <a:cs typeface="Segoe UI" pitchFamily="34" charset="0"/>
              </a:rPr>
              <a:t>Officer</a:t>
            </a:r>
            <a:endParaRPr lang="en-US" sz="800" dirty="0" err="1">
              <a:solidFill>
                <a:srgbClr val="00B050"/>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B980801E-F1F7-D243-9037-4E13E2B1E6DD}"/>
              </a:ext>
            </a:extLst>
          </p:cNvPr>
          <p:cNvSpPr/>
          <p:nvPr/>
        </p:nvSpPr>
        <p:spPr bwMode="auto">
          <a:xfrm>
            <a:off x="5809673" y="2252617"/>
            <a:ext cx="1163527"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r>
              <a:rPr lang="fr-FR" sz="800" dirty="0">
                <a:solidFill>
                  <a:srgbClr val="00B050"/>
                </a:solidFill>
                <a:ea typeface="Segoe UI" pitchFamily="34" charset="0"/>
                <a:cs typeface="Segoe UI" pitchFamily="34" charset="0"/>
              </a:rPr>
              <a:t>Storage Blob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Data </a:t>
            </a:r>
            <a:r>
              <a:rPr lang="fr-FR" sz="800" dirty="0" err="1">
                <a:solidFill>
                  <a:srgbClr val="00B050"/>
                </a:solidFill>
                <a:ea typeface="Segoe UI" pitchFamily="34" charset="0"/>
                <a:cs typeface="Segoe UI" pitchFamily="34" charset="0"/>
              </a:rPr>
              <a:t>Contributor</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Storage File Data </a:t>
            </a:r>
            <a:r>
              <a:rPr lang="fr-FR" sz="800" dirty="0" err="1">
                <a:solidFill>
                  <a:srgbClr val="00B050"/>
                </a:solidFill>
                <a:ea typeface="Segoe UI" pitchFamily="34" charset="0"/>
                <a:cs typeface="Segoe UI" pitchFamily="34" charset="0"/>
              </a:rPr>
              <a:t>Privileged</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Contributor</a:t>
            </a:r>
            <a:endParaRPr lang="en-US" sz="800" dirty="0">
              <a:solidFill>
                <a:srgbClr val="00B050"/>
              </a:solidFill>
              <a:ea typeface="Segoe UI" pitchFamily="34" charset="0"/>
              <a:cs typeface="Segoe UI" pitchFamily="34" charset="0"/>
            </a:endParaRPr>
          </a:p>
        </p:txBody>
      </p:sp>
      <p:sp>
        <p:nvSpPr>
          <p:cNvPr id="3" name="Rectangle 2">
            <a:extLst>
              <a:ext uri="{FF2B5EF4-FFF2-40B4-BE49-F238E27FC236}">
                <a16:creationId xmlns:a16="http://schemas.microsoft.com/office/drawing/2014/main" id="{290104F5-B1D9-7F13-B9BB-205998406C8A}"/>
              </a:ext>
            </a:extLst>
          </p:cNvPr>
          <p:cNvSpPr/>
          <p:nvPr/>
        </p:nvSpPr>
        <p:spPr>
          <a:xfrm>
            <a:off x="5837756" y="1634808"/>
            <a:ext cx="2261277" cy="3424091"/>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37" name="Picture 136">
            <a:extLst>
              <a:ext uri="{FF2B5EF4-FFF2-40B4-BE49-F238E27FC236}">
                <a16:creationId xmlns:a16="http://schemas.microsoft.com/office/drawing/2014/main" id="{07BAA40B-9C25-621C-0DC0-F5AEBF73C695}"/>
              </a:ext>
            </a:extLst>
          </p:cNvPr>
          <p:cNvPicPr>
            <a:picLocks noChangeAspect="1"/>
          </p:cNvPicPr>
          <p:nvPr/>
        </p:nvPicPr>
        <p:blipFill>
          <a:blip r:embed="rId10"/>
          <a:stretch>
            <a:fillRect/>
          </a:stretch>
        </p:blipFill>
        <p:spPr>
          <a:xfrm>
            <a:off x="6803100" y="3115063"/>
            <a:ext cx="247361" cy="215444"/>
          </a:xfrm>
          <a:prstGeom prst="rect">
            <a:avLst/>
          </a:prstGeom>
        </p:spPr>
      </p:pic>
      <p:pic>
        <p:nvPicPr>
          <p:cNvPr id="146" name="Picture 145">
            <a:extLst>
              <a:ext uri="{FF2B5EF4-FFF2-40B4-BE49-F238E27FC236}">
                <a16:creationId xmlns:a16="http://schemas.microsoft.com/office/drawing/2014/main" id="{90980305-749C-61C7-8B95-712EF8E054C1}"/>
              </a:ext>
            </a:extLst>
          </p:cNvPr>
          <p:cNvPicPr>
            <a:picLocks noChangeAspect="1"/>
          </p:cNvPicPr>
          <p:nvPr/>
        </p:nvPicPr>
        <p:blipFill>
          <a:blip r:embed="rId10"/>
          <a:stretch>
            <a:fillRect/>
          </a:stretch>
        </p:blipFill>
        <p:spPr>
          <a:xfrm>
            <a:off x="6778266" y="2544784"/>
            <a:ext cx="247361" cy="215444"/>
          </a:xfrm>
          <a:prstGeom prst="rect">
            <a:avLst/>
          </a:prstGeom>
        </p:spPr>
      </p:pic>
      <p:pic>
        <p:nvPicPr>
          <p:cNvPr id="174" name="Picture 173">
            <a:extLst>
              <a:ext uri="{FF2B5EF4-FFF2-40B4-BE49-F238E27FC236}">
                <a16:creationId xmlns:a16="http://schemas.microsoft.com/office/drawing/2014/main" id="{618A4A3E-96D2-2758-9C7F-195292DDD659}"/>
              </a:ext>
            </a:extLst>
          </p:cNvPr>
          <p:cNvPicPr>
            <a:picLocks noChangeAspect="1"/>
          </p:cNvPicPr>
          <p:nvPr/>
        </p:nvPicPr>
        <p:blipFill>
          <a:blip r:embed="rId11"/>
          <a:stretch>
            <a:fillRect/>
          </a:stretch>
        </p:blipFill>
        <p:spPr>
          <a:xfrm>
            <a:off x="575035" y="3955817"/>
            <a:ext cx="420239" cy="600159"/>
          </a:xfrm>
          <a:prstGeom prst="rect">
            <a:avLst/>
          </a:prstGeom>
        </p:spPr>
      </p:pic>
      <p:pic>
        <p:nvPicPr>
          <p:cNvPr id="185" name="Graphic 184">
            <a:extLst>
              <a:ext uri="{FF2B5EF4-FFF2-40B4-BE49-F238E27FC236}">
                <a16:creationId xmlns:a16="http://schemas.microsoft.com/office/drawing/2014/main" id="{1530D81F-CFDE-FD96-5150-CC7DB829831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5677986" y="1490868"/>
            <a:ext cx="351904" cy="351904"/>
          </a:xfrm>
          <a:prstGeom prst="rect">
            <a:avLst/>
          </a:prstGeom>
        </p:spPr>
      </p:pic>
      <p:sp>
        <p:nvSpPr>
          <p:cNvPr id="205" name="TextBox 204">
            <a:extLst>
              <a:ext uri="{FF2B5EF4-FFF2-40B4-BE49-F238E27FC236}">
                <a16:creationId xmlns:a16="http://schemas.microsoft.com/office/drawing/2014/main" id="{0D4FEFA1-3E82-7C1A-7B43-75051AB992DC}"/>
              </a:ext>
            </a:extLst>
          </p:cNvPr>
          <p:cNvSpPr txBox="1"/>
          <p:nvPr/>
        </p:nvSpPr>
        <p:spPr>
          <a:xfrm>
            <a:off x="5990736" y="1603044"/>
            <a:ext cx="1115092" cy="338554"/>
          </a:xfrm>
          <a:prstGeom prst="rect">
            <a:avLst/>
          </a:prstGeom>
          <a:noFill/>
        </p:spPr>
        <p:txBody>
          <a:bodyPr wrap="square" rtlCol="0">
            <a:spAutoFit/>
          </a:bodyPr>
          <a:lstStyle/>
          <a:p>
            <a:r>
              <a:rPr lang="en-US" sz="800" dirty="0">
                <a:solidFill>
                  <a:schemeClr val="accent1">
                    <a:lumMod val="75000"/>
                  </a:schemeClr>
                </a:solidFill>
              </a:rPr>
              <a:t>public azure ai resource group </a:t>
            </a:r>
          </a:p>
        </p:txBody>
      </p:sp>
      <p:pic>
        <p:nvPicPr>
          <p:cNvPr id="7" name="Graphic 6">
            <a:extLst>
              <a:ext uri="{FF2B5EF4-FFF2-40B4-BE49-F238E27FC236}">
                <a16:creationId xmlns:a16="http://schemas.microsoft.com/office/drawing/2014/main" id="{F54801BC-0E72-5043-A11D-42FF32755CE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011286" y="2049115"/>
            <a:ext cx="298000" cy="298000"/>
          </a:xfrm>
          <a:prstGeom prst="rect">
            <a:avLst/>
          </a:prstGeom>
        </p:spPr>
      </p:pic>
      <p:pic>
        <p:nvPicPr>
          <p:cNvPr id="13" name="Picture 12">
            <a:extLst>
              <a:ext uri="{FF2B5EF4-FFF2-40B4-BE49-F238E27FC236}">
                <a16:creationId xmlns:a16="http://schemas.microsoft.com/office/drawing/2014/main" id="{21CA22F4-9F09-26B3-D9E9-A64908D13692}"/>
              </a:ext>
            </a:extLst>
          </p:cNvPr>
          <p:cNvPicPr>
            <a:picLocks noChangeAspect="1"/>
          </p:cNvPicPr>
          <p:nvPr/>
        </p:nvPicPr>
        <p:blipFill>
          <a:blip r:embed="rId10"/>
          <a:stretch>
            <a:fillRect/>
          </a:stretch>
        </p:blipFill>
        <p:spPr>
          <a:xfrm>
            <a:off x="6747267" y="1932665"/>
            <a:ext cx="247361" cy="215444"/>
          </a:xfrm>
          <a:prstGeom prst="rect">
            <a:avLst/>
          </a:prstGeom>
        </p:spPr>
      </p:pic>
      <p:sp>
        <p:nvSpPr>
          <p:cNvPr id="14" name="Rectangle: Rounded Corners 13">
            <a:extLst>
              <a:ext uri="{FF2B5EF4-FFF2-40B4-BE49-F238E27FC236}">
                <a16:creationId xmlns:a16="http://schemas.microsoft.com/office/drawing/2014/main" id="{E94131C5-89BF-A77F-44FB-C3A1921DB7CE}"/>
              </a:ext>
            </a:extLst>
          </p:cNvPr>
          <p:cNvSpPr/>
          <p:nvPr/>
        </p:nvSpPr>
        <p:spPr bwMode="auto">
          <a:xfrm>
            <a:off x="6369425" y="2009268"/>
            <a:ext cx="741210"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Pull</a:t>
            </a:r>
            <a:endParaRPr lang="en-US" sz="800" dirty="0" err="1">
              <a:solidFill>
                <a:srgbClr val="00B050"/>
              </a:solidFill>
              <a:ea typeface="Segoe UI" pitchFamily="34" charset="0"/>
              <a:cs typeface="Segoe UI" pitchFamily="34" charset="0"/>
            </a:endParaRPr>
          </a:p>
        </p:txBody>
      </p:sp>
      <p:sp>
        <p:nvSpPr>
          <p:cNvPr id="32" name="TextBox 31">
            <a:extLst>
              <a:ext uri="{FF2B5EF4-FFF2-40B4-BE49-F238E27FC236}">
                <a16:creationId xmlns:a16="http://schemas.microsoft.com/office/drawing/2014/main" id="{603BFB74-3F55-D674-9F87-3AAE8DC9738C}"/>
              </a:ext>
            </a:extLst>
          </p:cNvPr>
          <p:cNvSpPr txBox="1"/>
          <p:nvPr/>
        </p:nvSpPr>
        <p:spPr>
          <a:xfrm>
            <a:off x="6617601" y="2294105"/>
            <a:ext cx="1131468"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sp>
        <p:nvSpPr>
          <p:cNvPr id="4" name="TextBox 3">
            <a:extLst>
              <a:ext uri="{FF2B5EF4-FFF2-40B4-BE49-F238E27FC236}">
                <a16:creationId xmlns:a16="http://schemas.microsoft.com/office/drawing/2014/main" id="{B19EFC34-A41D-3EA8-9FBF-D46BEF3C8B66}"/>
              </a:ext>
            </a:extLst>
          </p:cNvPr>
          <p:cNvSpPr txBox="1"/>
          <p:nvPr/>
        </p:nvSpPr>
        <p:spPr>
          <a:xfrm>
            <a:off x="6472473" y="6087778"/>
            <a:ext cx="78162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Databricks Cluster</a:t>
            </a:r>
          </a:p>
        </p:txBody>
      </p:sp>
      <p:sp>
        <p:nvSpPr>
          <p:cNvPr id="5" name="TextBox 4">
            <a:extLst>
              <a:ext uri="{FF2B5EF4-FFF2-40B4-BE49-F238E27FC236}">
                <a16:creationId xmlns:a16="http://schemas.microsoft.com/office/drawing/2014/main" id="{6DC12E77-2C8A-E867-BC3A-7A81A5620E6A}"/>
              </a:ext>
            </a:extLst>
          </p:cNvPr>
          <p:cNvSpPr txBox="1"/>
          <p:nvPr/>
        </p:nvSpPr>
        <p:spPr>
          <a:xfrm>
            <a:off x="7684048" y="6087778"/>
            <a:ext cx="78162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Lake Store</a:t>
            </a:r>
          </a:p>
        </p:txBody>
      </p:sp>
      <p:sp>
        <p:nvSpPr>
          <p:cNvPr id="6" name="TextBox 5">
            <a:extLst>
              <a:ext uri="{FF2B5EF4-FFF2-40B4-BE49-F238E27FC236}">
                <a16:creationId xmlns:a16="http://schemas.microsoft.com/office/drawing/2014/main" id="{931D9B1A-9C1B-4F51-60FC-CCCD64644A73}"/>
              </a:ext>
            </a:extLst>
          </p:cNvPr>
          <p:cNvSpPr txBox="1"/>
          <p:nvPr/>
        </p:nvSpPr>
        <p:spPr>
          <a:xfrm>
            <a:off x="5071634" y="6142700"/>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8" name="Graphic 7">
            <a:extLst>
              <a:ext uri="{FF2B5EF4-FFF2-40B4-BE49-F238E27FC236}">
                <a16:creationId xmlns:a16="http://schemas.microsoft.com/office/drawing/2014/main" id="{935FC6B2-8AE3-7BFF-7171-803FDEA0DAC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792202" y="5541377"/>
            <a:ext cx="430887" cy="430887"/>
          </a:xfrm>
          <a:prstGeom prst="rect">
            <a:avLst/>
          </a:prstGeom>
        </p:spPr>
      </p:pic>
      <p:sp>
        <p:nvSpPr>
          <p:cNvPr id="9" name="TextBox 8">
            <a:extLst>
              <a:ext uri="{FF2B5EF4-FFF2-40B4-BE49-F238E27FC236}">
                <a16:creationId xmlns:a16="http://schemas.microsoft.com/office/drawing/2014/main" id="{30158D06-2FD1-874A-F53D-C344E3BCF130}"/>
              </a:ext>
            </a:extLst>
          </p:cNvPr>
          <p:cNvSpPr txBox="1"/>
          <p:nvPr/>
        </p:nvSpPr>
        <p:spPr>
          <a:xfrm>
            <a:off x="5584354" y="5530623"/>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DevOps Pipeline</a:t>
            </a:r>
          </a:p>
        </p:txBody>
      </p:sp>
      <p:pic>
        <p:nvPicPr>
          <p:cNvPr id="11" name="Graphic 10">
            <a:extLst>
              <a:ext uri="{FF2B5EF4-FFF2-40B4-BE49-F238E27FC236}">
                <a16:creationId xmlns:a16="http://schemas.microsoft.com/office/drawing/2014/main" id="{456543C5-225D-DEB6-94EA-55B65E6B81D0}"/>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430563" y="5524481"/>
            <a:ext cx="428342" cy="428342"/>
          </a:xfrm>
          <a:prstGeom prst="rect">
            <a:avLst/>
          </a:prstGeom>
        </p:spPr>
      </p:pic>
      <p:sp>
        <p:nvSpPr>
          <p:cNvPr id="12" name="TextBox 11">
            <a:extLst>
              <a:ext uri="{FF2B5EF4-FFF2-40B4-BE49-F238E27FC236}">
                <a16:creationId xmlns:a16="http://schemas.microsoft.com/office/drawing/2014/main" id="{85D8B015-56A8-4CA9-1FC9-7E8C719E3337}"/>
              </a:ext>
            </a:extLst>
          </p:cNvPr>
          <p:cNvSpPr txBox="1"/>
          <p:nvPr/>
        </p:nvSpPr>
        <p:spPr>
          <a:xfrm>
            <a:off x="7834186" y="5534348"/>
            <a:ext cx="48908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Git Repo</a:t>
            </a:r>
          </a:p>
        </p:txBody>
      </p:sp>
      <p:pic>
        <p:nvPicPr>
          <p:cNvPr id="36" name="Graphic 35">
            <a:extLst>
              <a:ext uri="{FF2B5EF4-FFF2-40B4-BE49-F238E27FC236}">
                <a16:creationId xmlns:a16="http://schemas.microsoft.com/office/drawing/2014/main" id="{0EDD3C4C-3566-732E-4ACE-37D42E29E275}"/>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337469" y="5511761"/>
            <a:ext cx="428342" cy="428342"/>
          </a:xfrm>
          <a:prstGeom prst="rect">
            <a:avLst/>
          </a:prstGeom>
        </p:spPr>
      </p:pic>
      <p:sp>
        <p:nvSpPr>
          <p:cNvPr id="44" name="TextBox 43">
            <a:extLst>
              <a:ext uri="{FF2B5EF4-FFF2-40B4-BE49-F238E27FC236}">
                <a16:creationId xmlns:a16="http://schemas.microsoft.com/office/drawing/2014/main" id="{E363CF3C-1B65-E6D4-86B7-A98BC0BC4177}"/>
              </a:ext>
            </a:extLst>
          </p:cNvPr>
          <p:cNvSpPr txBox="1"/>
          <p:nvPr/>
        </p:nvSpPr>
        <p:spPr>
          <a:xfrm>
            <a:off x="6736845" y="5564370"/>
            <a:ext cx="7103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Artifacts</a:t>
            </a:r>
          </a:p>
        </p:txBody>
      </p:sp>
      <p:pic>
        <p:nvPicPr>
          <p:cNvPr id="47" name="Graphic 46">
            <a:extLst>
              <a:ext uri="{FF2B5EF4-FFF2-40B4-BE49-F238E27FC236}">
                <a16:creationId xmlns:a16="http://schemas.microsoft.com/office/drawing/2014/main" id="{D2D9F05D-4861-57A8-BA50-49AE3402EF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90468" y="5529352"/>
            <a:ext cx="440399" cy="440399"/>
          </a:xfrm>
          <a:prstGeom prst="rect">
            <a:avLst/>
          </a:prstGeom>
        </p:spPr>
      </p:pic>
      <p:sp>
        <p:nvSpPr>
          <p:cNvPr id="48" name="TextBox 47">
            <a:extLst>
              <a:ext uri="{FF2B5EF4-FFF2-40B4-BE49-F238E27FC236}">
                <a16:creationId xmlns:a16="http://schemas.microsoft.com/office/drawing/2014/main" id="{D0FD4690-AAA3-80BF-0471-82720BE7DD5A}"/>
              </a:ext>
            </a:extLst>
          </p:cNvPr>
          <p:cNvSpPr txBox="1"/>
          <p:nvPr/>
        </p:nvSpPr>
        <p:spPr>
          <a:xfrm>
            <a:off x="5173942" y="5540840"/>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cxnSp>
        <p:nvCxnSpPr>
          <p:cNvPr id="49" name="Straight Connector 48">
            <a:extLst>
              <a:ext uri="{FF2B5EF4-FFF2-40B4-BE49-F238E27FC236}">
                <a16:creationId xmlns:a16="http://schemas.microsoft.com/office/drawing/2014/main" id="{E5D88516-73A6-AFF7-ADF4-A81663A9D2E8}"/>
              </a:ext>
            </a:extLst>
          </p:cNvPr>
          <p:cNvCxnSpPr>
            <a:cxnSpLocks/>
          </p:cNvCxnSpPr>
          <p:nvPr/>
        </p:nvCxnSpPr>
        <p:spPr>
          <a:xfrm>
            <a:off x="5761396" y="5503340"/>
            <a:ext cx="0" cy="51119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41625128-0945-FC21-34AA-2C244554BD38}"/>
              </a:ext>
            </a:extLst>
          </p:cNvPr>
          <p:cNvSpPr txBox="1"/>
          <p:nvPr/>
        </p:nvSpPr>
        <p:spPr>
          <a:xfrm>
            <a:off x="5379146" y="6108555"/>
            <a:ext cx="67996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p>
        </p:txBody>
      </p:sp>
      <p:pic>
        <p:nvPicPr>
          <p:cNvPr id="51" name="Graphic 50">
            <a:extLst>
              <a:ext uri="{FF2B5EF4-FFF2-40B4-BE49-F238E27FC236}">
                <a16:creationId xmlns:a16="http://schemas.microsoft.com/office/drawing/2014/main" id="{C38F89C4-9817-F45D-E49E-63A02DD5187F}"/>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6047470" y="6079042"/>
            <a:ext cx="432499" cy="457940"/>
          </a:xfrm>
          <a:prstGeom prst="rect">
            <a:avLst/>
          </a:prstGeom>
        </p:spPr>
      </p:pic>
      <p:pic>
        <p:nvPicPr>
          <p:cNvPr id="52" name="Graphic 51">
            <a:extLst>
              <a:ext uri="{FF2B5EF4-FFF2-40B4-BE49-F238E27FC236}">
                <a16:creationId xmlns:a16="http://schemas.microsoft.com/office/drawing/2014/main" id="{72BB5062-7CBE-72FA-F773-6B759C31524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65453" y="6087778"/>
            <a:ext cx="389292" cy="389292"/>
          </a:xfrm>
          <a:prstGeom prst="rect">
            <a:avLst/>
          </a:prstGeom>
        </p:spPr>
      </p:pic>
      <p:sp>
        <p:nvSpPr>
          <p:cNvPr id="55" name="Rectangle 54">
            <a:extLst>
              <a:ext uri="{FF2B5EF4-FFF2-40B4-BE49-F238E27FC236}">
                <a16:creationId xmlns:a16="http://schemas.microsoft.com/office/drawing/2014/main" id="{8D4A5804-F692-69E5-5883-CEBA0048ADE3}"/>
              </a:ext>
            </a:extLst>
          </p:cNvPr>
          <p:cNvSpPr/>
          <p:nvPr/>
        </p:nvSpPr>
        <p:spPr>
          <a:xfrm>
            <a:off x="2280628" y="5412578"/>
            <a:ext cx="6347522" cy="1106151"/>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CF2">
                    <a:lumMod val="25000"/>
                  </a:srgbClr>
                </a:solidFill>
                <a:effectLst/>
                <a:uLnTx/>
                <a:uFillTx/>
                <a:latin typeface="Segoe UI"/>
                <a:ea typeface="+mn-ea"/>
                <a:cs typeface="+mn-cs"/>
              </a:rPr>
              <a:t>Legend</a:t>
            </a:r>
          </a:p>
        </p:txBody>
      </p:sp>
      <p:sp>
        <p:nvSpPr>
          <p:cNvPr id="133" name="TextBox 132">
            <a:extLst>
              <a:ext uri="{FF2B5EF4-FFF2-40B4-BE49-F238E27FC236}">
                <a16:creationId xmlns:a16="http://schemas.microsoft.com/office/drawing/2014/main" id="{F90A45E1-87B4-A41C-F585-D326A196BD9A}"/>
              </a:ext>
            </a:extLst>
          </p:cNvPr>
          <p:cNvSpPr txBox="1"/>
          <p:nvPr/>
        </p:nvSpPr>
        <p:spPr>
          <a:xfrm>
            <a:off x="6198908" y="5774018"/>
            <a:ext cx="76948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NIC Card</a:t>
            </a:r>
          </a:p>
        </p:txBody>
      </p:sp>
      <p:sp>
        <p:nvSpPr>
          <p:cNvPr id="134" name="TextBox 133">
            <a:extLst>
              <a:ext uri="{FF2B5EF4-FFF2-40B4-BE49-F238E27FC236}">
                <a16:creationId xmlns:a16="http://schemas.microsoft.com/office/drawing/2014/main" id="{C304708A-0EAF-9E67-7598-3F21A62D2C6B}"/>
              </a:ext>
            </a:extLst>
          </p:cNvPr>
          <p:cNvSpPr txBox="1"/>
          <p:nvPr/>
        </p:nvSpPr>
        <p:spPr>
          <a:xfrm>
            <a:off x="7767970" y="6063451"/>
            <a:ext cx="9060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Storage Account</a:t>
            </a:r>
          </a:p>
        </p:txBody>
      </p:sp>
      <p:pic>
        <p:nvPicPr>
          <p:cNvPr id="135" name="Graphic 134">
            <a:extLst>
              <a:ext uri="{FF2B5EF4-FFF2-40B4-BE49-F238E27FC236}">
                <a16:creationId xmlns:a16="http://schemas.microsoft.com/office/drawing/2014/main" id="{1768A5A2-D5F9-9632-AE56-063D5E066C5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35214" y="6179787"/>
            <a:ext cx="242454" cy="242454"/>
          </a:xfrm>
          <a:prstGeom prst="rect">
            <a:avLst/>
          </a:prstGeom>
        </p:spPr>
      </p:pic>
      <p:sp>
        <p:nvSpPr>
          <p:cNvPr id="136" name="TextBox 135">
            <a:extLst>
              <a:ext uri="{FF2B5EF4-FFF2-40B4-BE49-F238E27FC236}">
                <a16:creationId xmlns:a16="http://schemas.microsoft.com/office/drawing/2014/main" id="{9F5FC1A9-3344-EFD4-E629-5D54ADB82FE8}"/>
              </a:ext>
            </a:extLst>
          </p:cNvPr>
          <p:cNvSpPr txBox="1"/>
          <p:nvPr/>
        </p:nvSpPr>
        <p:spPr>
          <a:xfrm>
            <a:off x="6229494" y="6196077"/>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138" name="TextBox 137">
            <a:extLst>
              <a:ext uri="{FF2B5EF4-FFF2-40B4-BE49-F238E27FC236}">
                <a16:creationId xmlns:a16="http://schemas.microsoft.com/office/drawing/2014/main" id="{B344EE00-AE98-9049-95A5-8B393645F992}"/>
              </a:ext>
            </a:extLst>
          </p:cNvPr>
          <p:cNvSpPr txBox="1"/>
          <p:nvPr/>
        </p:nvSpPr>
        <p:spPr>
          <a:xfrm>
            <a:off x="7866242" y="5662140"/>
            <a:ext cx="64168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github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139" name="Group 138">
            <a:extLst>
              <a:ext uri="{FF2B5EF4-FFF2-40B4-BE49-F238E27FC236}">
                <a16:creationId xmlns:a16="http://schemas.microsoft.com/office/drawing/2014/main" id="{739B9490-AD48-3598-E34F-949A1DCFFA3F}"/>
              </a:ext>
            </a:extLst>
          </p:cNvPr>
          <p:cNvGrpSpPr/>
          <p:nvPr/>
        </p:nvGrpSpPr>
        <p:grpSpPr>
          <a:xfrm>
            <a:off x="6724331" y="5604735"/>
            <a:ext cx="970287" cy="342963"/>
            <a:chOff x="6998544" y="5436915"/>
            <a:chExt cx="970287" cy="342963"/>
          </a:xfrm>
        </p:grpSpPr>
        <p:pic>
          <p:nvPicPr>
            <p:cNvPr id="140" name="Graphic 139">
              <a:extLst>
                <a:ext uri="{FF2B5EF4-FFF2-40B4-BE49-F238E27FC236}">
                  <a16:creationId xmlns:a16="http://schemas.microsoft.com/office/drawing/2014/main" id="{FD225B60-2D90-66D8-C3BC-29FF7BDE2E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98544" y="5519323"/>
              <a:ext cx="260555" cy="260555"/>
            </a:xfrm>
            <a:prstGeom prst="rect">
              <a:avLst/>
            </a:prstGeom>
          </p:spPr>
        </p:pic>
        <p:sp>
          <p:nvSpPr>
            <p:cNvPr id="141" name="TextBox 140">
              <a:extLst>
                <a:ext uri="{FF2B5EF4-FFF2-40B4-BE49-F238E27FC236}">
                  <a16:creationId xmlns:a16="http://schemas.microsoft.com/office/drawing/2014/main" id="{5DE8D07B-26EC-5726-67D1-93598158EEBF}"/>
                </a:ext>
              </a:extLst>
            </p:cNvPr>
            <p:cNvSpPr txBox="1"/>
            <p:nvPr/>
          </p:nvSpPr>
          <p:spPr>
            <a:xfrm>
              <a:off x="7266132" y="5436915"/>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grpSp>
      <p:pic>
        <p:nvPicPr>
          <p:cNvPr id="142" name="Graphic 141">
            <a:extLst>
              <a:ext uri="{FF2B5EF4-FFF2-40B4-BE49-F238E27FC236}">
                <a16:creationId xmlns:a16="http://schemas.microsoft.com/office/drawing/2014/main" id="{D96E6B87-C4AE-0CC8-7A32-143BCDAFD51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3417" y="6180097"/>
            <a:ext cx="247981" cy="247981"/>
          </a:xfrm>
          <a:prstGeom prst="rect">
            <a:avLst/>
          </a:prstGeom>
        </p:spPr>
      </p:pic>
      <p:pic>
        <p:nvPicPr>
          <p:cNvPr id="147" name="Picture 146">
            <a:extLst>
              <a:ext uri="{FF2B5EF4-FFF2-40B4-BE49-F238E27FC236}">
                <a16:creationId xmlns:a16="http://schemas.microsoft.com/office/drawing/2014/main" id="{25B6159C-700C-2DA1-8FB9-BC4DF0F8380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81547" y="5655676"/>
            <a:ext cx="286533" cy="286533"/>
          </a:xfrm>
          <a:prstGeom prst="rect">
            <a:avLst/>
          </a:prstGeom>
        </p:spPr>
      </p:pic>
      <p:pic>
        <p:nvPicPr>
          <p:cNvPr id="148" name="Graphic 147">
            <a:extLst>
              <a:ext uri="{FF2B5EF4-FFF2-40B4-BE49-F238E27FC236}">
                <a16:creationId xmlns:a16="http://schemas.microsoft.com/office/drawing/2014/main" id="{465EC6F4-AAB7-A827-2070-6CFF086F8CA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5107713" y="6110147"/>
            <a:ext cx="274831" cy="274831"/>
          </a:xfrm>
          <a:prstGeom prst="rect">
            <a:avLst/>
          </a:prstGeom>
        </p:spPr>
      </p:pic>
      <p:sp>
        <p:nvSpPr>
          <p:cNvPr id="149" name="TextBox 148">
            <a:extLst>
              <a:ext uri="{FF2B5EF4-FFF2-40B4-BE49-F238E27FC236}">
                <a16:creationId xmlns:a16="http://schemas.microsoft.com/office/drawing/2014/main" id="{ED04B6BE-6493-4263-FEA7-99A2D0838060}"/>
              </a:ext>
            </a:extLst>
          </p:cNvPr>
          <p:cNvSpPr txBox="1"/>
          <p:nvPr/>
        </p:nvSpPr>
        <p:spPr>
          <a:xfrm>
            <a:off x="5466219" y="6098175"/>
            <a:ext cx="64106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App</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Services</a:t>
            </a:r>
          </a:p>
        </p:txBody>
      </p:sp>
      <p:pic>
        <p:nvPicPr>
          <p:cNvPr id="150" name="Graphic 149">
            <a:extLst>
              <a:ext uri="{FF2B5EF4-FFF2-40B4-BE49-F238E27FC236}">
                <a16:creationId xmlns:a16="http://schemas.microsoft.com/office/drawing/2014/main" id="{B7895BA4-93E5-03FF-90BA-443CD314E6BD}"/>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5988897" y="5716894"/>
            <a:ext cx="274831" cy="274831"/>
          </a:xfrm>
          <a:prstGeom prst="rect">
            <a:avLst/>
          </a:prstGeom>
        </p:spPr>
      </p:pic>
      <p:pic>
        <p:nvPicPr>
          <p:cNvPr id="151" name="Graphic 150">
            <a:extLst>
              <a:ext uri="{FF2B5EF4-FFF2-40B4-BE49-F238E27FC236}">
                <a16:creationId xmlns:a16="http://schemas.microsoft.com/office/drawing/2014/main" id="{D952065D-8820-351C-37FA-49EC8F357A38}"/>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5092228" y="5711358"/>
            <a:ext cx="257701" cy="257701"/>
          </a:xfrm>
          <a:prstGeom prst="rect">
            <a:avLst/>
          </a:prstGeom>
        </p:spPr>
      </p:pic>
      <p:sp>
        <p:nvSpPr>
          <p:cNvPr id="152" name="TextBox 151">
            <a:extLst>
              <a:ext uri="{FF2B5EF4-FFF2-40B4-BE49-F238E27FC236}">
                <a16:creationId xmlns:a16="http://schemas.microsoft.com/office/drawing/2014/main" id="{784A6C2B-DFCF-E555-530F-CE35F35F93A5}"/>
              </a:ext>
            </a:extLst>
          </p:cNvPr>
          <p:cNvSpPr txBox="1"/>
          <p:nvPr/>
        </p:nvSpPr>
        <p:spPr>
          <a:xfrm>
            <a:off x="5444744" y="5704217"/>
            <a:ext cx="580652"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Public IP Address</a:t>
            </a:r>
          </a:p>
        </p:txBody>
      </p:sp>
      <p:pic>
        <p:nvPicPr>
          <p:cNvPr id="153" name="Picture 152">
            <a:extLst>
              <a:ext uri="{FF2B5EF4-FFF2-40B4-BE49-F238E27FC236}">
                <a16:creationId xmlns:a16="http://schemas.microsoft.com/office/drawing/2014/main" id="{91B2D14F-B09F-C439-976D-7C7233A9AC0D}"/>
              </a:ext>
            </a:extLst>
          </p:cNvPr>
          <p:cNvPicPr>
            <a:picLocks noChangeAspect="1"/>
          </p:cNvPicPr>
          <p:nvPr/>
        </p:nvPicPr>
        <p:blipFill>
          <a:blip r:embed="rId21"/>
          <a:stretch>
            <a:fillRect/>
          </a:stretch>
        </p:blipFill>
        <p:spPr>
          <a:xfrm>
            <a:off x="4195095" y="6078591"/>
            <a:ext cx="318290" cy="302376"/>
          </a:xfrm>
          <a:prstGeom prst="rect">
            <a:avLst/>
          </a:prstGeom>
        </p:spPr>
      </p:pic>
      <p:sp>
        <p:nvSpPr>
          <p:cNvPr id="154" name="TextBox 153">
            <a:extLst>
              <a:ext uri="{FF2B5EF4-FFF2-40B4-BE49-F238E27FC236}">
                <a16:creationId xmlns:a16="http://schemas.microsoft.com/office/drawing/2014/main" id="{915634BE-C278-52C9-3BB4-1F55C79A1540}"/>
              </a:ext>
            </a:extLst>
          </p:cNvPr>
          <p:cNvSpPr txBox="1"/>
          <p:nvPr/>
        </p:nvSpPr>
        <p:spPr>
          <a:xfrm>
            <a:off x="4447791" y="6068973"/>
            <a:ext cx="5957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endpoint</a:t>
            </a:r>
          </a:p>
        </p:txBody>
      </p:sp>
      <p:sp>
        <p:nvSpPr>
          <p:cNvPr id="155" name="TextBox 154">
            <a:extLst>
              <a:ext uri="{FF2B5EF4-FFF2-40B4-BE49-F238E27FC236}">
                <a16:creationId xmlns:a16="http://schemas.microsoft.com/office/drawing/2014/main" id="{129479C2-9BE6-2346-F48A-A81B8D8F8BD9}"/>
              </a:ext>
            </a:extLst>
          </p:cNvPr>
          <p:cNvSpPr txBox="1"/>
          <p:nvPr/>
        </p:nvSpPr>
        <p:spPr>
          <a:xfrm>
            <a:off x="4455524" y="5708307"/>
            <a:ext cx="57743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p>
        </p:txBody>
      </p:sp>
      <p:pic>
        <p:nvPicPr>
          <p:cNvPr id="156" name="Graphic 155">
            <a:extLst>
              <a:ext uri="{FF2B5EF4-FFF2-40B4-BE49-F238E27FC236}">
                <a16:creationId xmlns:a16="http://schemas.microsoft.com/office/drawing/2014/main" id="{FF15A6D9-1943-5B7F-67DC-B8F80F59E6E8}"/>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4206366" y="5721947"/>
            <a:ext cx="300461" cy="300461"/>
          </a:xfrm>
          <a:prstGeom prst="rect">
            <a:avLst/>
          </a:prstGeom>
        </p:spPr>
      </p:pic>
      <p:sp>
        <p:nvSpPr>
          <p:cNvPr id="157" name="TextBox 156">
            <a:extLst>
              <a:ext uri="{FF2B5EF4-FFF2-40B4-BE49-F238E27FC236}">
                <a16:creationId xmlns:a16="http://schemas.microsoft.com/office/drawing/2014/main" id="{78A9C818-9005-2717-4D3B-2C5E72B2698B}"/>
              </a:ext>
            </a:extLst>
          </p:cNvPr>
          <p:cNvSpPr txBox="1"/>
          <p:nvPr/>
        </p:nvSpPr>
        <p:spPr>
          <a:xfrm>
            <a:off x="7027466" y="6067907"/>
            <a:ext cx="83499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Zone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58" name="Graphic 157">
            <a:extLst>
              <a:ext uri="{FF2B5EF4-FFF2-40B4-BE49-F238E27FC236}">
                <a16:creationId xmlns:a16="http://schemas.microsoft.com/office/drawing/2014/main" id="{79199163-8A39-C54D-5014-56C2F31B79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6795208" y="6151177"/>
            <a:ext cx="290573" cy="290573"/>
          </a:xfrm>
          <a:prstGeom prst="rect">
            <a:avLst/>
          </a:prstGeom>
        </p:spPr>
      </p:pic>
      <p:pic>
        <p:nvPicPr>
          <p:cNvPr id="159" name="Graphic 158">
            <a:extLst>
              <a:ext uri="{FF2B5EF4-FFF2-40B4-BE49-F238E27FC236}">
                <a16:creationId xmlns:a16="http://schemas.microsoft.com/office/drawing/2014/main" id="{4AAB5D10-78F3-1095-A35F-6B3345EAA077}"/>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3397877" y="5754506"/>
            <a:ext cx="282546" cy="282546"/>
          </a:xfrm>
          <a:prstGeom prst="rect">
            <a:avLst/>
          </a:prstGeom>
        </p:spPr>
      </p:pic>
      <p:sp>
        <p:nvSpPr>
          <p:cNvPr id="160" name="TextBox 159">
            <a:extLst>
              <a:ext uri="{FF2B5EF4-FFF2-40B4-BE49-F238E27FC236}">
                <a16:creationId xmlns:a16="http://schemas.microsoft.com/office/drawing/2014/main" id="{031A2E33-71E6-8039-439C-399580E07218}"/>
              </a:ext>
            </a:extLst>
          </p:cNvPr>
          <p:cNvSpPr txBox="1"/>
          <p:nvPr/>
        </p:nvSpPr>
        <p:spPr>
          <a:xfrm>
            <a:off x="3638447" y="5789440"/>
            <a:ext cx="61733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EventHub</a:t>
            </a:r>
          </a:p>
        </p:txBody>
      </p:sp>
      <p:pic>
        <p:nvPicPr>
          <p:cNvPr id="161" name="Graphic 160">
            <a:extLst>
              <a:ext uri="{FF2B5EF4-FFF2-40B4-BE49-F238E27FC236}">
                <a16:creationId xmlns:a16="http://schemas.microsoft.com/office/drawing/2014/main" id="{FF78E1D9-DBF4-EC6D-5422-18348A674E1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5"/>
              </a:ext>
            </a:extLst>
          </a:blip>
          <a:stretch>
            <a:fillRect/>
          </a:stretch>
        </p:blipFill>
        <p:spPr>
          <a:xfrm>
            <a:off x="3397104" y="6085360"/>
            <a:ext cx="263654" cy="308076"/>
          </a:xfrm>
          <a:prstGeom prst="rect">
            <a:avLst/>
          </a:prstGeom>
        </p:spPr>
      </p:pic>
      <p:sp>
        <p:nvSpPr>
          <p:cNvPr id="162" name="TextBox 161">
            <a:extLst>
              <a:ext uri="{FF2B5EF4-FFF2-40B4-BE49-F238E27FC236}">
                <a16:creationId xmlns:a16="http://schemas.microsoft.com/office/drawing/2014/main" id="{DF4D9F06-2381-D399-03A5-87FCD8E63B07}"/>
              </a:ext>
            </a:extLst>
          </p:cNvPr>
          <p:cNvSpPr txBox="1"/>
          <p:nvPr/>
        </p:nvSpPr>
        <p:spPr>
          <a:xfrm>
            <a:off x="3647770" y="6082524"/>
            <a:ext cx="64459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Forwarder</a:t>
            </a:r>
          </a:p>
        </p:txBody>
      </p:sp>
      <p:pic>
        <p:nvPicPr>
          <p:cNvPr id="163" name="Graphic 162">
            <a:extLst>
              <a:ext uri="{FF2B5EF4-FFF2-40B4-BE49-F238E27FC236}">
                <a16:creationId xmlns:a16="http://schemas.microsoft.com/office/drawing/2014/main" id="{EE3A9673-E1C7-26C0-2119-548A9B97AEC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2442420" y="5652487"/>
            <a:ext cx="351904" cy="351904"/>
          </a:xfrm>
          <a:prstGeom prst="rect">
            <a:avLst/>
          </a:prstGeom>
        </p:spPr>
      </p:pic>
      <p:sp>
        <p:nvSpPr>
          <p:cNvPr id="164" name="TextBox 163">
            <a:extLst>
              <a:ext uri="{FF2B5EF4-FFF2-40B4-BE49-F238E27FC236}">
                <a16:creationId xmlns:a16="http://schemas.microsoft.com/office/drawing/2014/main" id="{7BBA2DD9-4AD0-EBE7-E568-26770FF4E069}"/>
              </a:ext>
            </a:extLst>
          </p:cNvPr>
          <p:cNvSpPr txBox="1"/>
          <p:nvPr/>
        </p:nvSpPr>
        <p:spPr>
          <a:xfrm>
            <a:off x="2749591" y="5649945"/>
            <a:ext cx="75289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Resource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p>
        </p:txBody>
      </p:sp>
      <p:sp>
        <p:nvSpPr>
          <p:cNvPr id="165" name="TextBox 164">
            <a:extLst>
              <a:ext uri="{FF2B5EF4-FFF2-40B4-BE49-F238E27FC236}">
                <a16:creationId xmlns:a16="http://schemas.microsoft.com/office/drawing/2014/main" id="{CDA5F039-82DB-EF5B-89AD-129770A3AC14}"/>
              </a:ext>
            </a:extLst>
          </p:cNvPr>
          <p:cNvSpPr txBox="1"/>
          <p:nvPr/>
        </p:nvSpPr>
        <p:spPr>
          <a:xfrm>
            <a:off x="2775786" y="6087778"/>
            <a:ext cx="63942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pic>
        <p:nvPicPr>
          <p:cNvPr id="166" name="Graphic 165">
            <a:extLst>
              <a:ext uri="{FF2B5EF4-FFF2-40B4-BE49-F238E27FC236}">
                <a16:creationId xmlns:a16="http://schemas.microsoft.com/office/drawing/2014/main" id="{A12BC667-A5D6-240D-AB18-0EA5947250D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489804" y="6036830"/>
            <a:ext cx="298000" cy="298000"/>
          </a:xfrm>
          <a:prstGeom prst="rect">
            <a:avLst/>
          </a:prstGeom>
        </p:spPr>
      </p:pic>
      <p:sp>
        <p:nvSpPr>
          <p:cNvPr id="167" name="Rectangle: Rounded Corners 166">
            <a:extLst>
              <a:ext uri="{FF2B5EF4-FFF2-40B4-BE49-F238E27FC236}">
                <a16:creationId xmlns:a16="http://schemas.microsoft.com/office/drawing/2014/main" id="{2C4428D2-08B5-E69D-4C35-92610D97C641}"/>
              </a:ext>
            </a:extLst>
          </p:cNvPr>
          <p:cNvSpPr/>
          <p:nvPr/>
        </p:nvSpPr>
        <p:spPr bwMode="auto">
          <a:xfrm>
            <a:off x="2797285" y="535434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spTree>
    <p:extLst>
      <p:ext uri="{BB962C8B-B14F-4D97-AF65-F5344CB8AC3E}">
        <p14:creationId xmlns:p14="http://schemas.microsoft.com/office/powerpoint/2010/main" val="77497624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34044-B377-F4D5-4B36-84E1CCE1D8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FE13BC-A965-57CE-6BDD-35634DAAB466}"/>
              </a:ext>
            </a:extLst>
          </p:cNvPr>
          <p:cNvSpPr>
            <a:spLocks noGrp="1"/>
          </p:cNvSpPr>
          <p:nvPr>
            <p:ph type="title"/>
          </p:nvPr>
        </p:nvSpPr>
        <p:spPr>
          <a:xfrm>
            <a:off x="381000" y="457200"/>
            <a:ext cx="11430000" cy="553998"/>
          </a:xfrm>
        </p:spPr>
        <p:txBody>
          <a:bodyPr/>
          <a:lstStyle/>
          <a:p>
            <a:r>
              <a:rPr lang="en-US" dirty="0">
                <a:cs typeface="Segoe UI"/>
              </a:rPr>
              <a:t>Private deployment</a:t>
            </a:r>
            <a:endParaRPr lang="en-US" dirty="0"/>
          </a:p>
        </p:txBody>
      </p:sp>
      <p:sp>
        <p:nvSpPr>
          <p:cNvPr id="237" name="Rectangle 236">
            <a:extLst>
              <a:ext uri="{FF2B5EF4-FFF2-40B4-BE49-F238E27FC236}">
                <a16:creationId xmlns:a16="http://schemas.microsoft.com/office/drawing/2014/main" id="{EA32C87E-0499-C4CD-D776-3F671CCA81BE}"/>
              </a:ext>
            </a:extLst>
          </p:cNvPr>
          <p:cNvSpPr/>
          <p:nvPr/>
        </p:nvSpPr>
        <p:spPr>
          <a:xfrm>
            <a:off x="2288779" y="1304746"/>
            <a:ext cx="7326561" cy="4013764"/>
          </a:xfrm>
          <a:prstGeom prst="rect">
            <a:avLst/>
          </a:prstGeom>
          <a:noFill/>
          <a:ln>
            <a:solidFill>
              <a:srgbClr val="7030A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38" name="Group 237">
            <a:extLst>
              <a:ext uri="{FF2B5EF4-FFF2-40B4-BE49-F238E27FC236}">
                <a16:creationId xmlns:a16="http://schemas.microsoft.com/office/drawing/2014/main" id="{FFDDC8C9-E248-0393-83A1-CF52472EFB64}"/>
              </a:ext>
            </a:extLst>
          </p:cNvPr>
          <p:cNvGrpSpPr/>
          <p:nvPr/>
        </p:nvGrpSpPr>
        <p:grpSpPr>
          <a:xfrm>
            <a:off x="2322845" y="1452868"/>
            <a:ext cx="815204" cy="1290193"/>
            <a:chOff x="10831462" y="349497"/>
            <a:chExt cx="815204" cy="1290193"/>
          </a:xfrm>
        </p:grpSpPr>
        <p:pic>
          <p:nvPicPr>
            <p:cNvPr id="239" name="Picture 238">
              <a:extLst>
                <a:ext uri="{FF2B5EF4-FFF2-40B4-BE49-F238E27FC236}">
                  <a16:creationId xmlns:a16="http://schemas.microsoft.com/office/drawing/2014/main" id="{E36ABD41-EB9F-E7B8-6343-276192D6CE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22816" y="349497"/>
              <a:ext cx="432497" cy="432497"/>
            </a:xfrm>
            <a:prstGeom prst="rect">
              <a:avLst/>
            </a:prstGeom>
          </p:spPr>
        </p:pic>
        <p:sp>
          <p:nvSpPr>
            <p:cNvPr id="240" name="TextBox 239">
              <a:extLst>
                <a:ext uri="{FF2B5EF4-FFF2-40B4-BE49-F238E27FC236}">
                  <a16:creationId xmlns:a16="http://schemas.microsoft.com/office/drawing/2014/main" id="{598E6146-4691-C6E7-91B6-FC7C8DC67690}"/>
                </a:ext>
              </a:extLst>
            </p:cNvPr>
            <p:cNvSpPr txBox="1"/>
            <p:nvPr/>
          </p:nvSpPr>
          <p:spPr>
            <a:xfrm>
              <a:off x="10831462" y="808693"/>
              <a:ext cx="815204"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Microsoft Entra ID</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Siemens</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Tenant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41" name="Graphic 240">
            <a:extLst>
              <a:ext uri="{FF2B5EF4-FFF2-40B4-BE49-F238E27FC236}">
                <a16:creationId xmlns:a16="http://schemas.microsoft.com/office/drawing/2014/main" id="{C9EE0828-9FFD-1428-FDC5-3F6EA0B690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83225" y="4295899"/>
            <a:ext cx="440399" cy="440399"/>
          </a:xfrm>
          <a:prstGeom prst="rect">
            <a:avLst/>
          </a:prstGeom>
        </p:spPr>
      </p:pic>
      <p:pic>
        <p:nvPicPr>
          <p:cNvPr id="242" name="Picture 241">
            <a:extLst>
              <a:ext uri="{FF2B5EF4-FFF2-40B4-BE49-F238E27FC236}">
                <a16:creationId xmlns:a16="http://schemas.microsoft.com/office/drawing/2014/main" id="{E451FDD7-5E76-1137-8832-BC73E0E2A5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94402" y="4720891"/>
            <a:ext cx="461560" cy="461560"/>
          </a:xfrm>
          <a:prstGeom prst="rect">
            <a:avLst/>
          </a:prstGeom>
        </p:spPr>
      </p:pic>
      <p:sp>
        <p:nvSpPr>
          <p:cNvPr id="243" name="TextBox 242">
            <a:extLst>
              <a:ext uri="{FF2B5EF4-FFF2-40B4-BE49-F238E27FC236}">
                <a16:creationId xmlns:a16="http://schemas.microsoft.com/office/drawing/2014/main" id="{EE8F9475-ABF5-87B1-622D-FD88B26573B5}"/>
              </a:ext>
            </a:extLst>
          </p:cNvPr>
          <p:cNvSpPr txBox="1"/>
          <p:nvPr/>
        </p:nvSpPr>
        <p:spPr>
          <a:xfrm>
            <a:off x="8665594" y="1399666"/>
            <a:ext cx="777102"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Azure </a:t>
            </a:r>
            <a:b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Subscription</a:t>
            </a:r>
          </a:p>
        </p:txBody>
      </p:sp>
      <p:sp>
        <p:nvSpPr>
          <p:cNvPr id="244" name="Rectangle 243">
            <a:extLst>
              <a:ext uri="{FF2B5EF4-FFF2-40B4-BE49-F238E27FC236}">
                <a16:creationId xmlns:a16="http://schemas.microsoft.com/office/drawing/2014/main" id="{15566165-907A-BA0C-FF3D-BCE478FE0A6B}"/>
              </a:ext>
            </a:extLst>
          </p:cNvPr>
          <p:cNvSpPr/>
          <p:nvPr/>
        </p:nvSpPr>
        <p:spPr>
          <a:xfrm>
            <a:off x="3086100" y="1407680"/>
            <a:ext cx="6356596" cy="3819458"/>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299" name="Graphic 298">
            <a:extLst>
              <a:ext uri="{FF2B5EF4-FFF2-40B4-BE49-F238E27FC236}">
                <a16:creationId xmlns:a16="http://schemas.microsoft.com/office/drawing/2014/main" id="{4370FF5B-9A5E-D9CE-B026-4B494A3391F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414482" y="2653121"/>
            <a:ext cx="247981" cy="247981"/>
          </a:xfrm>
          <a:prstGeom prst="rect">
            <a:avLst/>
          </a:prstGeom>
        </p:spPr>
      </p:pic>
      <p:sp>
        <p:nvSpPr>
          <p:cNvPr id="301" name="TextBox 300">
            <a:extLst>
              <a:ext uri="{FF2B5EF4-FFF2-40B4-BE49-F238E27FC236}">
                <a16:creationId xmlns:a16="http://schemas.microsoft.com/office/drawing/2014/main" id="{2B26E4AD-C113-B0AA-B36D-EB77FA15C4E8}"/>
              </a:ext>
            </a:extLst>
          </p:cNvPr>
          <p:cNvSpPr txBox="1"/>
          <p:nvPr/>
        </p:nvSpPr>
        <p:spPr>
          <a:xfrm>
            <a:off x="7145824" y="2966019"/>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a:t>
            </a:r>
          </a:p>
        </p:txBody>
      </p:sp>
      <p:pic>
        <p:nvPicPr>
          <p:cNvPr id="318" name="Picture 317">
            <a:extLst>
              <a:ext uri="{FF2B5EF4-FFF2-40B4-BE49-F238E27FC236}">
                <a16:creationId xmlns:a16="http://schemas.microsoft.com/office/drawing/2014/main" id="{9AF53353-07AC-5FE6-6D94-233BFF100151}"/>
              </a:ext>
            </a:extLst>
          </p:cNvPr>
          <p:cNvPicPr>
            <a:picLocks noChangeAspect="1"/>
          </p:cNvPicPr>
          <p:nvPr/>
        </p:nvPicPr>
        <p:blipFill>
          <a:blip r:embed="rId7"/>
          <a:stretch>
            <a:fillRect/>
          </a:stretch>
        </p:blipFill>
        <p:spPr>
          <a:xfrm>
            <a:off x="220746" y="5393890"/>
            <a:ext cx="1726363" cy="1333230"/>
          </a:xfrm>
          <a:prstGeom prst="rect">
            <a:avLst/>
          </a:prstGeom>
        </p:spPr>
      </p:pic>
      <p:pic>
        <p:nvPicPr>
          <p:cNvPr id="344" name="Picture 343">
            <a:extLst>
              <a:ext uri="{FF2B5EF4-FFF2-40B4-BE49-F238E27FC236}">
                <a16:creationId xmlns:a16="http://schemas.microsoft.com/office/drawing/2014/main" id="{80AFA56E-8C9B-0F7E-1B24-5C3E40D7CBFB}"/>
              </a:ext>
            </a:extLst>
          </p:cNvPr>
          <p:cNvPicPr>
            <a:picLocks noChangeAspect="1"/>
          </p:cNvPicPr>
          <p:nvPr/>
        </p:nvPicPr>
        <p:blipFill>
          <a:blip r:embed="rId8"/>
          <a:stretch>
            <a:fillRect/>
          </a:stretch>
        </p:blipFill>
        <p:spPr>
          <a:xfrm>
            <a:off x="199561" y="4038407"/>
            <a:ext cx="1823558" cy="1069513"/>
          </a:xfrm>
          <a:prstGeom prst="rect">
            <a:avLst/>
          </a:prstGeom>
        </p:spPr>
      </p:pic>
      <p:sp>
        <p:nvSpPr>
          <p:cNvPr id="225" name="Rectangle: Rounded Corners 224">
            <a:extLst>
              <a:ext uri="{FF2B5EF4-FFF2-40B4-BE49-F238E27FC236}">
                <a16:creationId xmlns:a16="http://schemas.microsoft.com/office/drawing/2014/main" id="{F31D6CB5-0FCD-D137-8E25-9E382DB0EA3B}"/>
              </a:ext>
            </a:extLst>
          </p:cNvPr>
          <p:cNvSpPr/>
          <p:nvPr/>
        </p:nvSpPr>
        <p:spPr bwMode="auto">
          <a:xfrm>
            <a:off x="7550128" y="3013566"/>
            <a:ext cx="884992"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Key Vault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Secrets </a:t>
            </a:r>
            <a:r>
              <a:rPr lang="fr-FR" sz="800" dirty="0" err="1">
                <a:solidFill>
                  <a:srgbClr val="00B050"/>
                </a:solidFill>
                <a:ea typeface="Segoe UI" pitchFamily="34" charset="0"/>
                <a:cs typeface="Segoe UI" pitchFamily="34" charset="0"/>
              </a:rPr>
              <a:t>Officer</a:t>
            </a:r>
            <a:endParaRPr lang="en-US" sz="800" dirty="0" err="1">
              <a:solidFill>
                <a:srgbClr val="00B050"/>
              </a:solidFill>
              <a:ea typeface="Segoe UI" pitchFamily="34" charset="0"/>
              <a:cs typeface="Segoe UI" pitchFamily="34" charset="0"/>
            </a:endParaRPr>
          </a:p>
        </p:txBody>
      </p:sp>
      <p:sp>
        <p:nvSpPr>
          <p:cNvPr id="148" name="Rectangle 147">
            <a:extLst>
              <a:ext uri="{FF2B5EF4-FFF2-40B4-BE49-F238E27FC236}">
                <a16:creationId xmlns:a16="http://schemas.microsoft.com/office/drawing/2014/main" id="{FD498EC2-AC92-CCAD-DF16-AB34260E2287}"/>
              </a:ext>
            </a:extLst>
          </p:cNvPr>
          <p:cNvSpPr/>
          <p:nvPr/>
        </p:nvSpPr>
        <p:spPr>
          <a:xfrm>
            <a:off x="3316861" y="1717121"/>
            <a:ext cx="5311289" cy="3433097"/>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86" name="Graphic 185">
            <a:extLst>
              <a:ext uri="{FF2B5EF4-FFF2-40B4-BE49-F238E27FC236}">
                <a16:creationId xmlns:a16="http://schemas.microsoft.com/office/drawing/2014/main" id="{8BA5896B-E8B3-DED8-8BD1-6D1F95F9E98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147327" y="1541169"/>
            <a:ext cx="351904" cy="351904"/>
          </a:xfrm>
          <a:prstGeom prst="rect">
            <a:avLst/>
          </a:prstGeom>
        </p:spPr>
      </p:pic>
      <p:sp>
        <p:nvSpPr>
          <p:cNvPr id="197" name="TextBox 196">
            <a:extLst>
              <a:ext uri="{FF2B5EF4-FFF2-40B4-BE49-F238E27FC236}">
                <a16:creationId xmlns:a16="http://schemas.microsoft.com/office/drawing/2014/main" id="{B4A2731C-0266-9244-F5AC-1386CBCC097A}"/>
              </a:ext>
            </a:extLst>
          </p:cNvPr>
          <p:cNvSpPr txBox="1"/>
          <p:nvPr/>
        </p:nvSpPr>
        <p:spPr>
          <a:xfrm>
            <a:off x="3436162" y="1738220"/>
            <a:ext cx="1115092" cy="338554"/>
          </a:xfrm>
          <a:prstGeom prst="rect">
            <a:avLst/>
          </a:prstGeom>
          <a:noFill/>
        </p:spPr>
        <p:txBody>
          <a:bodyPr wrap="square" rtlCol="0">
            <a:spAutoFit/>
          </a:bodyPr>
          <a:lstStyle/>
          <a:p>
            <a:r>
              <a:rPr lang="en-US" sz="800" dirty="0">
                <a:solidFill>
                  <a:schemeClr val="accent1">
                    <a:lumMod val="75000"/>
                  </a:schemeClr>
                </a:solidFill>
              </a:rPr>
              <a:t>private Azure AI resource group </a:t>
            </a:r>
          </a:p>
        </p:txBody>
      </p:sp>
      <p:sp>
        <p:nvSpPr>
          <p:cNvPr id="164" name="Rectangle 163">
            <a:extLst>
              <a:ext uri="{FF2B5EF4-FFF2-40B4-BE49-F238E27FC236}">
                <a16:creationId xmlns:a16="http://schemas.microsoft.com/office/drawing/2014/main" id="{6704AC46-7E30-F7D7-2594-86E8F96108F2}"/>
              </a:ext>
            </a:extLst>
          </p:cNvPr>
          <p:cNvSpPr/>
          <p:nvPr/>
        </p:nvSpPr>
        <p:spPr>
          <a:xfrm>
            <a:off x="4310993" y="1924633"/>
            <a:ext cx="2506796" cy="315363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pic>
        <p:nvPicPr>
          <p:cNvPr id="165" name="Graphic 164">
            <a:extLst>
              <a:ext uri="{FF2B5EF4-FFF2-40B4-BE49-F238E27FC236}">
                <a16:creationId xmlns:a16="http://schemas.microsoft.com/office/drawing/2014/main" id="{EB59AC98-3A5A-DE58-15F4-BDF1E0315EB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305810" y="1680488"/>
            <a:ext cx="300461" cy="300461"/>
          </a:xfrm>
          <a:prstGeom prst="rect">
            <a:avLst/>
          </a:prstGeom>
        </p:spPr>
      </p:pic>
      <p:sp>
        <p:nvSpPr>
          <p:cNvPr id="166" name="Rectangle 165">
            <a:extLst>
              <a:ext uri="{FF2B5EF4-FFF2-40B4-BE49-F238E27FC236}">
                <a16:creationId xmlns:a16="http://schemas.microsoft.com/office/drawing/2014/main" id="{1BC8FD3D-7A87-4130-0132-5C8242AC24E0}"/>
              </a:ext>
            </a:extLst>
          </p:cNvPr>
          <p:cNvSpPr/>
          <p:nvPr/>
        </p:nvSpPr>
        <p:spPr>
          <a:xfrm>
            <a:off x="5587446" y="2058641"/>
            <a:ext cx="1115093" cy="292882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167" name="TextBox 166">
            <a:extLst>
              <a:ext uri="{FF2B5EF4-FFF2-40B4-BE49-F238E27FC236}">
                <a16:creationId xmlns:a16="http://schemas.microsoft.com/office/drawing/2014/main" id="{A369682B-F3D0-5080-7574-F262BA5AA1A4}"/>
              </a:ext>
            </a:extLst>
          </p:cNvPr>
          <p:cNvSpPr txBox="1"/>
          <p:nvPr/>
        </p:nvSpPr>
        <p:spPr>
          <a:xfrm>
            <a:off x="5557885" y="2021900"/>
            <a:ext cx="811404" cy="338554"/>
          </a:xfrm>
          <a:prstGeom prst="rect">
            <a:avLst/>
          </a:prstGeom>
          <a:noFill/>
        </p:spPr>
        <p:txBody>
          <a:bodyPr wrap="square" rtlCol="0">
            <a:spAutoFit/>
          </a:bodyPr>
          <a:lstStyle/>
          <a:p>
            <a:r>
              <a:rPr lang="en-US" sz="800" dirty="0">
                <a:solidFill>
                  <a:schemeClr val="accent1">
                    <a:lumMod val="75000"/>
                  </a:schemeClr>
                </a:solidFill>
              </a:rPr>
              <a:t>default</a:t>
            </a:r>
          </a:p>
          <a:p>
            <a:r>
              <a:rPr lang="en-US" sz="800" dirty="0">
                <a:solidFill>
                  <a:schemeClr val="accent1">
                    <a:lumMod val="75000"/>
                  </a:schemeClr>
                </a:solidFill>
              </a:rPr>
              <a:t>Subnet</a:t>
            </a:r>
          </a:p>
        </p:txBody>
      </p:sp>
      <p:sp>
        <p:nvSpPr>
          <p:cNvPr id="169" name="TextBox 168">
            <a:extLst>
              <a:ext uri="{FF2B5EF4-FFF2-40B4-BE49-F238E27FC236}">
                <a16:creationId xmlns:a16="http://schemas.microsoft.com/office/drawing/2014/main" id="{602C9ED1-C038-EDCE-154E-C2E0E2BAFD05}"/>
              </a:ext>
            </a:extLst>
          </p:cNvPr>
          <p:cNvSpPr txBox="1"/>
          <p:nvPr/>
        </p:nvSpPr>
        <p:spPr>
          <a:xfrm>
            <a:off x="4288653" y="1958955"/>
            <a:ext cx="940070" cy="215444"/>
          </a:xfrm>
          <a:prstGeom prst="rect">
            <a:avLst/>
          </a:prstGeom>
          <a:noFill/>
        </p:spPr>
        <p:txBody>
          <a:bodyPr wrap="square" rtlCol="0">
            <a:spAutoFit/>
          </a:bodyPr>
          <a:lstStyle/>
          <a:p>
            <a:r>
              <a:rPr lang="en-US" sz="800" dirty="0">
                <a:solidFill>
                  <a:schemeClr val="accent1">
                    <a:lumMod val="75000"/>
                  </a:schemeClr>
                </a:solidFill>
              </a:rPr>
              <a:t>10.0.0.0/16</a:t>
            </a:r>
          </a:p>
        </p:txBody>
      </p:sp>
      <p:sp>
        <p:nvSpPr>
          <p:cNvPr id="175" name="TextBox 174">
            <a:extLst>
              <a:ext uri="{FF2B5EF4-FFF2-40B4-BE49-F238E27FC236}">
                <a16:creationId xmlns:a16="http://schemas.microsoft.com/office/drawing/2014/main" id="{0E0A0156-164F-9383-40F1-4FD3857A26E2}"/>
              </a:ext>
            </a:extLst>
          </p:cNvPr>
          <p:cNvSpPr txBox="1"/>
          <p:nvPr/>
        </p:nvSpPr>
        <p:spPr>
          <a:xfrm>
            <a:off x="5739836" y="2331043"/>
            <a:ext cx="103130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10.0.0.8</a:t>
            </a:r>
          </a:p>
        </p:txBody>
      </p:sp>
      <p:pic>
        <p:nvPicPr>
          <p:cNvPr id="176" name="Picture 175">
            <a:extLst>
              <a:ext uri="{FF2B5EF4-FFF2-40B4-BE49-F238E27FC236}">
                <a16:creationId xmlns:a16="http://schemas.microsoft.com/office/drawing/2014/main" id="{473B9766-69A9-F7AB-CB33-5F26A1140D82}"/>
              </a:ext>
            </a:extLst>
          </p:cNvPr>
          <p:cNvPicPr>
            <a:picLocks noChangeAspect="1"/>
          </p:cNvPicPr>
          <p:nvPr/>
        </p:nvPicPr>
        <p:blipFill>
          <a:blip r:embed="rId11"/>
          <a:stretch>
            <a:fillRect/>
          </a:stretch>
        </p:blipFill>
        <p:spPr>
          <a:xfrm>
            <a:off x="6301948" y="2140352"/>
            <a:ext cx="238753" cy="226816"/>
          </a:xfrm>
          <a:prstGeom prst="rect">
            <a:avLst/>
          </a:prstGeom>
        </p:spPr>
      </p:pic>
      <p:pic>
        <p:nvPicPr>
          <p:cNvPr id="181" name="Graphic 180">
            <a:extLst>
              <a:ext uri="{FF2B5EF4-FFF2-40B4-BE49-F238E27FC236}">
                <a16:creationId xmlns:a16="http://schemas.microsoft.com/office/drawing/2014/main" id="{F36983C9-EF68-1270-3005-430E51B58E6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83010" y="2189401"/>
            <a:ext cx="213757" cy="213757"/>
          </a:xfrm>
          <a:prstGeom prst="rect">
            <a:avLst/>
          </a:prstGeom>
        </p:spPr>
      </p:pic>
      <p:pic>
        <p:nvPicPr>
          <p:cNvPr id="184" name="Graphic 183">
            <a:extLst>
              <a:ext uri="{FF2B5EF4-FFF2-40B4-BE49-F238E27FC236}">
                <a16:creationId xmlns:a16="http://schemas.microsoft.com/office/drawing/2014/main" id="{D71D9563-D9B1-B377-DBAE-D7D46B393DC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32888" y="2187915"/>
            <a:ext cx="221246" cy="221246"/>
          </a:xfrm>
          <a:prstGeom prst="rect">
            <a:avLst/>
          </a:prstGeom>
        </p:spPr>
      </p:pic>
      <p:sp>
        <p:nvSpPr>
          <p:cNvPr id="188" name="TextBox 187">
            <a:extLst>
              <a:ext uri="{FF2B5EF4-FFF2-40B4-BE49-F238E27FC236}">
                <a16:creationId xmlns:a16="http://schemas.microsoft.com/office/drawing/2014/main" id="{11068EF1-E379-166D-3CE2-A1DD579E167C}"/>
              </a:ext>
            </a:extLst>
          </p:cNvPr>
          <p:cNvSpPr txBox="1"/>
          <p:nvPr/>
        </p:nvSpPr>
        <p:spPr>
          <a:xfrm>
            <a:off x="5966821" y="2858672"/>
            <a:ext cx="885506"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Blob</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10.0.0.9</a:t>
            </a:r>
          </a:p>
        </p:txBody>
      </p:sp>
      <p:pic>
        <p:nvPicPr>
          <p:cNvPr id="189" name="Picture 188">
            <a:extLst>
              <a:ext uri="{FF2B5EF4-FFF2-40B4-BE49-F238E27FC236}">
                <a16:creationId xmlns:a16="http://schemas.microsoft.com/office/drawing/2014/main" id="{EB78D75E-5321-4B4C-82D6-EFC1C1E0EF38}"/>
              </a:ext>
            </a:extLst>
          </p:cNvPr>
          <p:cNvPicPr>
            <a:picLocks noChangeAspect="1"/>
          </p:cNvPicPr>
          <p:nvPr/>
        </p:nvPicPr>
        <p:blipFill>
          <a:blip r:embed="rId11"/>
          <a:stretch>
            <a:fillRect/>
          </a:stretch>
        </p:blipFill>
        <p:spPr>
          <a:xfrm>
            <a:off x="6285391" y="2620549"/>
            <a:ext cx="238753" cy="226816"/>
          </a:xfrm>
          <a:prstGeom prst="rect">
            <a:avLst/>
          </a:prstGeom>
        </p:spPr>
      </p:pic>
      <p:pic>
        <p:nvPicPr>
          <p:cNvPr id="193" name="Graphic 192">
            <a:extLst>
              <a:ext uri="{FF2B5EF4-FFF2-40B4-BE49-F238E27FC236}">
                <a16:creationId xmlns:a16="http://schemas.microsoft.com/office/drawing/2014/main" id="{708F5BEA-86A1-55FD-962F-1CCDF47030A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66453" y="2669598"/>
            <a:ext cx="213757" cy="213757"/>
          </a:xfrm>
          <a:prstGeom prst="rect">
            <a:avLst/>
          </a:prstGeom>
        </p:spPr>
      </p:pic>
      <p:pic>
        <p:nvPicPr>
          <p:cNvPr id="194" name="Graphic 193">
            <a:extLst>
              <a:ext uri="{FF2B5EF4-FFF2-40B4-BE49-F238E27FC236}">
                <a16:creationId xmlns:a16="http://schemas.microsoft.com/office/drawing/2014/main" id="{1376A65E-FD5D-8AFA-5C70-80712A31A30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16331" y="2668112"/>
            <a:ext cx="221246" cy="221246"/>
          </a:xfrm>
          <a:prstGeom prst="rect">
            <a:avLst/>
          </a:prstGeom>
        </p:spPr>
      </p:pic>
      <p:sp>
        <p:nvSpPr>
          <p:cNvPr id="195" name="TextBox 194">
            <a:extLst>
              <a:ext uri="{FF2B5EF4-FFF2-40B4-BE49-F238E27FC236}">
                <a16:creationId xmlns:a16="http://schemas.microsoft.com/office/drawing/2014/main" id="{336563AA-459E-2C89-668D-EA8818E0A646}"/>
              </a:ext>
            </a:extLst>
          </p:cNvPr>
          <p:cNvSpPr txBox="1"/>
          <p:nvPr/>
        </p:nvSpPr>
        <p:spPr>
          <a:xfrm>
            <a:off x="5890873" y="3416603"/>
            <a:ext cx="1096575"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10.0.0.7</a:t>
            </a:r>
          </a:p>
        </p:txBody>
      </p:sp>
      <p:pic>
        <p:nvPicPr>
          <p:cNvPr id="196" name="Picture 195">
            <a:extLst>
              <a:ext uri="{FF2B5EF4-FFF2-40B4-BE49-F238E27FC236}">
                <a16:creationId xmlns:a16="http://schemas.microsoft.com/office/drawing/2014/main" id="{39EFD0DC-4CD6-3095-7ADC-52E5B2813EAC}"/>
              </a:ext>
            </a:extLst>
          </p:cNvPr>
          <p:cNvPicPr>
            <a:picLocks noChangeAspect="1"/>
          </p:cNvPicPr>
          <p:nvPr/>
        </p:nvPicPr>
        <p:blipFill>
          <a:blip r:embed="rId11"/>
          <a:stretch>
            <a:fillRect/>
          </a:stretch>
        </p:blipFill>
        <p:spPr>
          <a:xfrm>
            <a:off x="6319785" y="3170825"/>
            <a:ext cx="238753" cy="226816"/>
          </a:xfrm>
          <a:prstGeom prst="rect">
            <a:avLst/>
          </a:prstGeom>
        </p:spPr>
      </p:pic>
      <p:pic>
        <p:nvPicPr>
          <p:cNvPr id="198" name="Graphic 197">
            <a:extLst>
              <a:ext uri="{FF2B5EF4-FFF2-40B4-BE49-F238E27FC236}">
                <a16:creationId xmlns:a16="http://schemas.microsoft.com/office/drawing/2014/main" id="{042EE654-99F0-42CC-8510-F8FFD4EBCD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100847" y="3219874"/>
            <a:ext cx="213757" cy="213757"/>
          </a:xfrm>
          <a:prstGeom prst="rect">
            <a:avLst/>
          </a:prstGeom>
        </p:spPr>
      </p:pic>
      <p:pic>
        <p:nvPicPr>
          <p:cNvPr id="199" name="Graphic 198">
            <a:extLst>
              <a:ext uri="{FF2B5EF4-FFF2-40B4-BE49-F238E27FC236}">
                <a16:creationId xmlns:a16="http://schemas.microsoft.com/office/drawing/2014/main" id="{926DD327-780E-E28A-5509-F133541427F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50725" y="3218388"/>
            <a:ext cx="221246" cy="221246"/>
          </a:xfrm>
          <a:prstGeom prst="rect">
            <a:avLst/>
          </a:prstGeom>
        </p:spPr>
      </p:pic>
      <p:sp>
        <p:nvSpPr>
          <p:cNvPr id="204" name="Rectangle 203">
            <a:extLst>
              <a:ext uri="{FF2B5EF4-FFF2-40B4-BE49-F238E27FC236}">
                <a16:creationId xmlns:a16="http://schemas.microsoft.com/office/drawing/2014/main" id="{C35CF51B-9D1D-391F-D8DB-2FA6DAE21B87}"/>
              </a:ext>
            </a:extLst>
          </p:cNvPr>
          <p:cNvSpPr/>
          <p:nvPr/>
        </p:nvSpPr>
        <p:spPr>
          <a:xfrm>
            <a:off x="4383256" y="3659721"/>
            <a:ext cx="1220773" cy="132774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1" name="Rectangle 210">
            <a:extLst>
              <a:ext uri="{FF2B5EF4-FFF2-40B4-BE49-F238E27FC236}">
                <a16:creationId xmlns:a16="http://schemas.microsoft.com/office/drawing/2014/main" id="{19EFA14A-A8BF-0784-31EF-859748A7D078}"/>
              </a:ext>
            </a:extLst>
          </p:cNvPr>
          <p:cNvSpPr/>
          <p:nvPr/>
        </p:nvSpPr>
        <p:spPr>
          <a:xfrm>
            <a:off x="4375255" y="2683318"/>
            <a:ext cx="1115093" cy="40572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2" name="TextBox 211">
            <a:extLst>
              <a:ext uri="{FF2B5EF4-FFF2-40B4-BE49-F238E27FC236}">
                <a16:creationId xmlns:a16="http://schemas.microsoft.com/office/drawing/2014/main" id="{0223BF1B-9E6D-9081-25BD-7B4920EE87B6}"/>
              </a:ext>
            </a:extLst>
          </p:cNvPr>
          <p:cNvSpPr txBox="1"/>
          <p:nvPr/>
        </p:nvSpPr>
        <p:spPr>
          <a:xfrm>
            <a:off x="4322050" y="2683317"/>
            <a:ext cx="1115092" cy="338554"/>
          </a:xfrm>
          <a:prstGeom prst="rect">
            <a:avLst/>
          </a:prstGeom>
          <a:noFill/>
        </p:spPr>
        <p:txBody>
          <a:bodyPr wrap="square" rtlCol="0">
            <a:spAutoFit/>
          </a:bodyPr>
          <a:lstStyle/>
          <a:p>
            <a:r>
              <a:rPr lang="en-US" sz="800" dirty="0">
                <a:solidFill>
                  <a:schemeClr val="accent1">
                    <a:lumMod val="75000"/>
                  </a:schemeClr>
                </a:solidFill>
              </a:rPr>
              <a:t>DNS Delegation</a:t>
            </a:r>
          </a:p>
          <a:p>
            <a:r>
              <a:rPr lang="en-US" sz="800" dirty="0">
                <a:solidFill>
                  <a:schemeClr val="accent1">
                    <a:lumMod val="75000"/>
                  </a:schemeClr>
                </a:solidFill>
              </a:rPr>
              <a:t>Subnet</a:t>
            </a:r>
          </a:p>
        </p:txBody>
      </p:sp>
      <p:sp>
        <p:nvSpPr>
          <p:cNvPr id="213" name="TextBox 212">
            <a:extLst>
              <a:ext uri="{FF2B5EF4-FFF2-40B4-BE49-F238E27FC236}">
                <a16:creationId xmlns:a16="http://schemas.microsoft.com/office/drawing/2014/main" id="{7885C043-3944-6F20-A91F-925EA9E12B6D}"/>
              </a:ext>
            </a:extLst>
          </p:cNvPr>
          <p:cNvSpPr txBox="1"/>
          <p:nvPr/>
        </p:nvSpPr>
        <p:spPr>
          <a:xfrm>
            <a:off x="4841970" y="2896289"/>
            <a:ext cx="759982" cy="215444"/>
          </a:xfrm>
          <a:prstGeom prst="rect">
            <a:avLst/>
          </a:prstGeom>
          <a:noFill/>
        </p:spPr>
        <p:txBody>
          <a:bodyPr wrap="square" rtlCol="0">
            <a:spAutoFit/>
          </a:bodyPr>
          <a:lstStyle/>
          <a:p>
            <a:r>
              <a:rPr lang="en-US" sz="800" dirty="0">
                <a:solidFill>
                  <a:schemeClr val="accent1">
                    <a:lumMod val="75000"/>
                  </a:schemeClr>
                </a:solidFill>
              </a:rPr>
              <a:t>10.0.2.0/24</a:t>
            </a:r>
          </a:p>
        </p:txBody>
      </p:sp>
      <p:cxnSp>
        <p:nvCxnSpPr>
          <p:cNvPr id="214" name="Straight Connector 213">
            <a:extLst>
              <a:ext uri="{FF2B5EF4-FFF2-40B4-BE49-F238E27FC236}">
                <a16:creationId xmlns:a16="http://schemas.microsoft.com/office/drawing/2014/main" id="{7A3D6938-0360-261A-DE59-12036BC6EF33}"/>
              </a:ext>
            </a:extLst>
          </p:cNvPr>
          <p:cNvCxnSpPr>
            <a:cxnSpLocks/>
            <a:stCxn id="286" idx="3"/>
          </p:cNvCxnSpPr>
          <p:nvPr/>
        </p:nvCxnSpPr>
        <p:spPr>
          <a:xfrm>
            <a:off x="4006543" y="3272002"/>
            <a:ext cx="377681" cy="779"/>
          </a:xfrm>
          <a:prstGeom prst="line">
            <a:avLst/>
          </a:prstGeom>
          <a:ln>
            <a:solidFill>
              <a:schemeClr val="tx1"/>
            </a:solidFill>
            <a:prstDash val="sys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15" name="Rectangle 214">
            <a:extLst>
              <a:ext uri="{FF2B5EF4-FFF2-40B4-BE49-F238E27FC236}">
                <a16:creationId xmlns:a16="http://schemas.microsoft.com/office/drawing/2014/main" id="{BBA14A7A-6B47-68E8-03B3-91901D530607}"/>
              </a:ext>
            </a:extLst>
          </p:cNvPr>
          <p:cNvSpPr/>
          <p:nvPr/>
        </p:nvSpPr>
        <p:spPr>
          <a:xfrm>
            <a:off x="4382017" y="3136814"/>
            <a:ext cx="1115093" cy="396573"/>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6" name="TextBox 215">
            <a:extLst>
              <a:ext uri="{FF2B5EF4-FFF2-40B4-BE49-F238E27FC236}">
                <a16:creationId xmlns:a16="http://schemas.microsoft.com/office/drawing/2014/main" id="{1236B843-3BF4-58AE-3CA7-373DF072DA61}"/>
              </a:ext>
            </a:extLst>
          </p:cNvPr>
          <p:cNvSpPr txBox="1"/>
          <p:nvPr/>
        </p:nvSpPr>
        <p:spPr>
          <a:xfrm>
            <a:off x="4848732" y="3333352"/>
            <a:ext cx="759982" cy="215444"/>
          </a:xfrm>
          <a:prstGeom prst="rect">
            <a:avLst/>
          </a:prstGeom>
          <a:noFill/>
        </p:spPr>
        <p:txBody>
          <a:bodyPr wrap="square" rtlCol="0">
            <a:spAutoFit/>
          </a:bodyPr>
          <a:lstStyle/>
          <a:p>
            <a:r>
              <a:rPr lang="en-US" sz="800" dirty="0">
                <a:solidFill>
                  <a:schemeClr val="accent1">
                    <a:lumMod val="75000"/>
                  </a:schemeClr>
                </a:solidFill>
              </a:rPr>
              <a:t>10.0.1.0/24</a:t>
            </a:r>
          </a:p>
        </p:txBody>
      </p:sp>
      <p:sp>
        <p:nvSpPr>
          <p:cNvPr id="217" name="TextBox 216">
            <a:extLst>
              <a:ext uri="{FF2B5EF4-FFF2-40B4-BE49-F238E27FC236}">
                <a16:creationId xmlns:a16="http://schemas.microsoft.com/office/drawing/2014/main" id="{30929DE1-DB34-1527-2FB2-14081237224C}"/>
              </a:ext>
            </a:extLst>
          </p:cNvPr>
          <p:cNvSpPr txBox="1"/>
          <p:nvPr/>
        </p:nvSpPr>
        <p:spPr>
          <a:xfrm>
            <a:off x="4332818" y="3121169"/>
            <a:ext cx="1115092" cy="215444"/>
          </a:xfrm>
          <a:prstGeom prst="rect">
            <a:avLst/>
          </a:prstGeom>
          <a:noFill/>
        </p:spPr>
        <p:txBody>
          <a:bodyPr wrap="square" rtlCol="0">
            <a:spAutoFit/>
          </a:bodyPr>
          <a:lstStyle/>
          <a:p>
            <a:r>
              <a:rPr lang="en-US" sz="800" dirty="0">
                <a:solidFill>
                  <a:schemeClr val="accent1">
                    <a:lumMod val="75000"/>
                  </a:schemeClr>
                </a:solidFill>
              </a:rPr>
              <a:t>VPN Gateway</a:t>
            </a:r>
          </a:p>
        </p:txBody>
      </p:sp>
      <p:sp>
        <p:nvSpPr>
          <p:cNvPr id="218" name="Rectangle 217">
            <a:extLst>
              <a:ext uri="{FF2B5EF4-FFF2-40B4-BE49-F238E27FC236}">
                <a16:creationId xmlns:a16="http://schemas.microsoft.com/office/drawing/2014/main" id="{9AF27AFA-EAFF-5C76-E159-CF1E56C26B9B}"/>
              </a:ext>
            </a:extLst>
          </p:cNvPr>
          <p:cNvSpPr/>
          <p:nvPr/>
        </p:nvSpPr>
        <p:spPr>
          <a:xfrm>
            <a:off x="4375255" y="2195637"/>
            <a:ext cx="1115093" cy="428977"/>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9" name="TextBox 218">
            <a:extLst>
              <a:ext uri="{FF2B5EF4-FFF2-40B4-BE49-F238E27FC236}">
                <a16:creationId xmlns:a16="http://schemas.microsoft.com/office/drawing/2014/main" id="{CE2EBDFB-6EFF-2C41-63EB-2AADA9EBA956}"/>
              </a:ext>
            </a:extLst>
          </p:cNvPr>
          <p:cNvSpPr txBox="1"/>
          <p:nvPr/>
        </p:nvSpPr>
        <p:spPr>
          <a:xfrm>
            <a:off x="4322050" y="2195637"/>
            <a:ext cx="1115092" cy="338554"/>
          </a:xfrm>
          <a:prstGeom prst="rect">
            <a:avLst/>
          </a:prstGeom>
          <a:noFill/>
        </p:spPr>
        <p:txBody>
          <a:bodyPr wrap="square" rtlCol="0">
            <a:spAutoFit/>
          </a:bodyPr>
          <a:lstStyle/>
          <a:p>
            <a:r>
              <a:rPr lang="en-US" sz="800" dirty="0">
                <a:solidFill>
                  <a:schemeClr val="accent1">
                    <a:lumMod val="75000"/>
                  </a:schemeClr>
                </a:solidFill>
              </a:rPr>
              <a:t>agent</a:t>
            </a:r>
          </a:p>
          <a:p>
            <a:r>
              <a:rPr lang="en-US" sz="800" dirty="0">
                <a:solidFill>
                  <a:schemeClr val="accent1">
                    <a:lumMod val="75000"/>
                  </a:schemeClr>
                </a:solidFill>
              </a:rPr>
              <a:t>Subnet</a:t>
            </a:r>
          </a:p>
        </p:txBody>
      </p:sp>
      <p:sp>
        <p:nvSpPr>
          <p:cNvPr id="220" name="TextBox 219">
            <a:extLst>
              <a:ext uri="{FF2B5EF4-FFF2-40B4-BE49-F238E27FC236}">
                <a16:creationId xmlns:a16="http://schemas.microsoft.com/office/drawing/2014/main" id="{9998E1D5-A9C2-1B8F-64AC-3BAA14D0BAF0}"/>
              </a:ext>
            </a:extLst>
          </p:cNvPr>
          <p:cNvSpPr txBox="1"/>
          <p:nvPr/>
        </p:nvSpPr>
        <p:spPr>
          <a:xfrm>
            <a:off x="4841970" y="2408609"/>
            <a:ext cx="759982" cy="215444"/>
          </a:xfrm>
          <a:prstGeom prst="rect">
            <a:avLst/>
          </a:prstGeom>
          <a:noFill/>
        </p:spPr>
        <p:txBody>
          <a:bodyPr wrap="square" rtlCol="0">
            <a:spAutoFit/>
          </a:bodyPr>
          <a:lstStyle/>
          <a:p>
            <a:r>
              <a:rPr lang="en-US" sz="800" dirty="0">
                <a:solidFill>
                  <a:schemeClr val="accent1">
                    <a:lumMod val="75000"/>
                  </a:schemeClr>
                </a:solidFill>
              </a:rPr>
              <a:t>10.0.3.0/24</a:t>
            </a:r>
          </a:p>
        </p:txBody>
      </p:sp>
      <p:pic>
        <p:nvPicPr>
          <p:cNvPr id="221" name="Picture 220">
            <a:extLst>
              <a:ext uri="{FF2B5EF4-FFF2-40B4-BE49-F238E27FC236}">
                <a16:creationId xmlns:a16="http://schemas.microsoft.com/office/drawing/2014/main" id="{71A33423-1169-B8E9-3430-7034CC4AF3C3}"/>
              </a:ext>
            </a:extLst>
          </p:cNvPr>
          <p:cNvPicPr>
            <a:picLocks noChangeAspect="1"/>
          </p:cNvPicPr>
          <p:nvPr/>
        </p:nvPicPr>
        <p:blipFill>
          <a:blip r:embed="rId14"/>
          <a:stretch>
            <a:fillRect/>
          </a:stretch>
        </p:blipFill>
        <p:spPr>
          <a:xfrm>
            <a:off x="5547819" y="3658339"/>
            <a:ext cx="233993" cy="1329121"/>
          </a:xfrm>
          <a:prstGeom prst="rect">
            <a:avLst/>
          </a:prstGeom>
        </p:spPr>
      </p:pic>
      <p:pic>
        <p:nvPicPr>
          <p:cNvPr id="228" name="Graphic 227">
            <a:extLst>
              <a:ext uri="{FF2B5EF4-FFF2-40B4-BE49-F238E27FC236}">
                <a16:creationId xmlns:a16="http://schemas.microsoft.com/office/drawing/2014/main" id="{56C74454-BE2F-3E94-1DC6-31614A23635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710963" y="3499812"/>
            <a:ext cx="1503969" cy="1503969"/>
          </a:xfrm>
          <a:prstGeom prst="rect">
            <a:avLst/>
          </a:prstGeom>
        </p:spPr>
      </p:pic>
      <p:pic>
        <p:nvPicPr>
          <p:cNvPr id="229" name="Graphic 228">
            <a:extLst>
              <a:ext uri="{FF2B5EF4-FFF2-40B4-BE49-F238E27FC236}">
                <a16:creationId xmlns:a16="http://schemas.microsoft.com/office/drawing/2014/main" id="{FE3B0940-5C17-26F8-F738-38976D3EACBD}"/>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664944" y="1758190"/>
            <a:ext cx="271495" cy="271495"/>
          </a:xfrm>
          <a:prstGeom prst="rect">
            <a:avLst/>
          </a:prstGeom>
        </p:spPr>
      </p:pic>
      <p:pic>
        <p:nvPicPr>
          <p:cNvPr id="286" name="Graphic 285">
            <a:extLst>
              <a:ext uri="{FF2B5EF4-FFF2-40B4-BE49-F238E27FC236}">
                <a16:creationId xmlns:a16="http://schemas.microsoft.com/office/drawing/2014/main" id="{83A23F98-4248-A154-E88A-9FC153282E8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3734609" y="3136035"/>
            <a:ext cx="271934" cy="271934"/>
          </a:xfrm>
          <a:prstGeom prst="rect">
            <a:avLst/>
          </a:prstGeom>
        </p:spPr>
      </p:pic>
      <p:pic>
        <p:nvPicPr>
          <p:cNvPr id="287" name="Graphic 286">
            <a:extLst>
              <a:ext uri="{FF2B5EF4-FFF2-40B4-BE49-F238E27FC236}">
                <a16:creationId xmlns:a16="http://schemas.microsoft.com/office/drawing/2014/main" id="{6849640F-496B-0EF0-B4F4-0C633CE508B1}"/>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868603" y="3520859"/>
            <a:ext cx="257701" cy="257701"/>
          </a:xfrm>
          <a:prstGeom prst="rect">
            <a:avLst/>
          </a:prstGeom>
        </p:spPr>
      </p:pic>
      <p:cxnSp>
        <p:nvCxnSpPr>
          <p:cNvPr id="288" name="Straight Connector 287">
            <a:extLst>
              <a:ext uri="{FF2B5EF4-FFF2-40B4-BE49-F238E27FC236}">
                <a16:creationId xmlns:a16="http://schemas.microsoft.com/office/drawing/2014/main" id="{A8D694BF-1EDA-1FFE-BF35-1228049DF0ED}"/>
              </a:ext>
            </a:extLst>
          </p:cNvPr>
          <p:cNvCxnSpPr>
            <a:cxnSpLocks/>
            <a:endCxn id="287" idx="3"/>
          </p:cNvCxnSpPr>
          <p:nvPr/>
        </p:nvCxnSpPr>
        <p:spPr>
          <a:xfrm flipH="1">
            <a:off x="2126304" y="3311156"/>
            <a:ext cx="1606494" cy="338554"/>
          </a:xfrm>
          <a:prstGeom prst="line">
            <a:avLst/>
          </a:prstGeom>
          <a:ln w="1905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9" name="Connector: Elbow 288">
            <a:extLst>
              <a:ext uri="{FF2B5EF4-FFF2-40B4-BE49-F238E27FC236}">
                <a16:creationId xmlns:a16="http://schemas.microsoft.com/office/drawing/2014/main" id="{96A5B4FF-F6CF-3DF1-A4DC-D863CF5ABB27}"/>
              </a:ext>
            </a:extLst>
          </p:cNvPr>
          <p:cNvCxnSpPr>
            <a:cxnSpLocks/>
          </p:cNvCxnSpPr>
          <p:nvPr/>
        </p:nvCxnSpPr>
        <p:spPr>
          <a:xfrm rot="10800000" flipV="1">
            <a:off x="781051" y="3649709"/>
            <a:ext cx="1076325" cy="401485"/>
          </a:xfrm>
          <a:prstGeom prst="bentConnector3">
            <a:avLst>
              <a:gd name="adj1" fmla="val 99558"/>
            </a:avLst>
          </a:prstGeom>
          <a:ln w="3810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90" name="TextBox 289">
            <a:extLst>
              <a:ext uri="{FF2B5EF4-FFF2-40B4-BE49-F238E27FC236}">
                <a16:creationId xmlns:a16="http://schemas.microsoft.com/office/drawing/2014/main" id="{6B037898-A55F-E5F7-B7E1-3C34269192F9}"/>
              </a:ext>
            </a:extLst>
          </p:cNvPr>
          <p:cNvSpPr txBox="1"/>
          <p:nvPr/>
        </p:nvSpPr>
        <p:spPr>
          <a:xfrm>
            <a:off x="1529405" y="3722747"/>
            <a:ext cx="815204"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VPN Gateway</a:t>
            </a:r>
            <a:b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IP </a:t>
            </a:r>
            <a:r>
              <a:rPr kumimoji="0" lang="fr-FR" sz="800" b="0" i="0" u="none" strike="noStrike" kern="1200" cap="none" spc="0" normalizeH="0" baseline="0" noProof="0" dirty="0" err="1">
                <a:ln>
                  <a:noFill/>
                </a:ln>
                <a:solidFill>
                  <a:prstClr val="black"/>
                </a:solidFill>
                <a:effectLst/>
                <a:uLnTx/>
                <a:uFillTx/>
                <a:latin typeface="Calibri" panose="020F0502020204030204"/>
                <a:ea typeface="+mn-ea"/>
                <a:cs typeface="+mn-cs"/>
              </a:rPr>
              <a:t>address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08" name="Picture 307">
            <a:extLst>
              <a:ext uri="{FF2B5EF4-FFF2-40B4-BE49-F238E27FC236}">
                <a16:creationId xmlns:a16="http://schemas.microsoft.com/office/drawing/2014/main" id="{AB9825D2-10E9-6065-6636-0CB1A7C7DD03}"/>
              </a:ext>
            </a:extLst>
          </p:cNvPr>
          <p:cNvPicPr>
            <a:picLocks noChangeAspect="1"/>
          </p:cNvPicPr>
          <p:nvPr/>
        </p:nvPicPr>
        <p:blipFill>
          <a:blip r:embed="rId19"/>
          <a:stretch>
            <a:fillRect/>
          </a:stretch>
        </p:blipFill>
        <p:spPr>
          <a:xfrm>
            <a:off x="7138133" y="3279561"/>
            <a:ext cx="199815" cy="199815"/>
          </a:xfrm>
          <a:prstGeom prst="rect">
            <a:avLst/>
          </a:prstGeom>
        </p:spPr>
      </p:pic>
      <p:pic>
        <p:nvPicPr>
          <p:cNvPr id="309" name="Picture 308">
            <a:extLst>
              <a:ext uri="{FF2B5EF4-FFF2-40B4-BE49-F238E27FC236}">
                <a16:creationId xmlns:a16="http://schemas.microsoft.com/office/drawing/2014/main" id="{0414DEF9-8BBA-BD10-E73E-DADDF36DDC89}"/>
              </a:ext>
            </a:extLst>
          </p:cNvPr>
          <p:cNvPicPr>
            <a:picLocks noChangeAspect="1"/>
          </p:cNvPicPr>
          <p:nvPr/>
        </p:nvPicPr>
        <p:blipFill>
          <a:blip r:embed="rId19"/>
          <a:stretch>
            <a:fillRect/>
          </a:stretch>
        </p:blipFill>
        <p:spPr>
          <a:xfrm>
            <a:off x="7114681" y="2118362"/>
            <a:ext cx="199815" cy="199815"/>
          </a:xfrm>
          <a:prstGeom prst="rect">
            <a:avLst/>
          </a:prstGeom>
        </p:spPr>
      </p:pic>
      <p:pic>
        <p:nvPicPr>
          <p:cNvPr id="311" name="Picture 310">
            <a:extLst>
              <a:ext uri="{FF2B5EF4-FFF2-40B4-BE49-F238E27FC236}">
                <a16:creationId xmlns:a16="http://schemas.microsoft.com/office/drawing/2014/main" id="{2DEBF4AF-C5BE-ED5D-D710-A7F6D85E53CD}"/>
              </a:ext>
            </a:extLst>
          </p:cNvPr>
          <p:cNvPicPr>
            <a:picLocks noChangeAspect="1"/>
          </p:cNvPicPr>
          <p:nvPr/>
        </p:nvPicPr>
        <p:blipFill>
          <a:blip r:embed="rId19"/>
          <a:stretch>
            <a:fillRect/>
          </a:stretch>
        </p:blipFill>
        <p:spPr>
          <a:xfrm>
            <a:off x="7106027" y="2640676"/>
            <a:ext cx="199815" cy="199815"/>
          </a:xfrm>
          <a:prstGeom prst="rect">
            <a:avLst/>
          </a:prstGeom>
        </p:spPr>
      </p:pic>
      <p:pic>
        <p:nvPicPr>
          <p:cNvPr id="8" name="Graphic 7">
            <a:extLst>
              <a:ext uri="{FF2B5EF4-FFF2-40B4-BE49-F238E27FC236}">
                <a16:creationId xmlns:a16="http://schemas.microsoft.com/office/drawing/2014/main" id="{F1D9F33F-30D8-F052-F010-47606E85F89C}"/>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7353465" y="3298237"/>
            <a:ext cx="340165" cy="340165"/>
          </a:xfrm>
          <a:prstGeom prst="rect">
            <a:avLst/>
          </a:prstGeom>
        </p:spPr>
      </p:pic>
      <p:sp>
        <p:nvSpPr>
          <p:cNvPr id="10" name="TextBox 9">
            <a:extLst>
              <a:ext uri="{FF2B5EF4-FFF2-40B4-BE49-F238E27FC236}">
                <a16:creationId xmlns:a16="http://schemas.microsoft.com/office/drawing/2014/main" id="{F3AFC87B-6D1B-7865-5FE4-ACE8F00F5322}"/>
              </a:ext>
            </a:extLst>
          </p:cNvPr>
          <p:cNvSpPr txBox="1"/>
          <p:nvPr/>
        </p:nvSpPr>
        <p:spPr>
          <a:xfrm>
            <a:off x="7126354" y="3591927"/>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11" name="Graphic 10">
            <a:extLst>
              <a:ext uri="{FF2B5EF4-FFF2-40B4-BE49-F238E27FC236}">
                <a16:creationId xmlns:a16="http://schemas.microsoft.com/office/drawing/2014/main" id="{8D9552EA-36F4-FF67-7AD1-D00B895F1538}"/>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7395984" y="1999628"/>
            <a:ext cx="298000" cy="298000"/>
          </a:xfrm>
          <a:prstGeom prst="rect">
            <a:avLst/>
          </a:prstGeom>
        </p:spPr>
      </p:pic>
      <p:sp>
        <p:nvSpPr>
          <p:cNvPr id="12" name="TextBox 11">
            <a:extLst>
              <a:ext uri="{FF2B5EF4-FFF2-40B4-BE49-F238E27FC236}">
                <a16:creationId xmlns:a16="http://schemas.microsoft.com/office/drawing/2014/main" id="{DDA29EF3-4658-4931-538C-7230085AB7D3}"/>
              </a:ext>
            </a:extLst>
          </p:cNvPr>
          <p:cNvSpPr txBox="1"/>
          <p:nvPr/>
        </p:nvSpPr>
        <p:spPr>
          <a:xfrm>
            <a:off x="6976920" y="2251747"/>
            <a:ext cx="113146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Registry</a:t>
            </a:r>
          </a:p>
        </p:txBody>
      </p:sp>
      <p:sp>
        <p:nvSpPr>
          <p:cNvPr id="13" name="Rectangle: Rounded Corners 12">
            <a:extLst>
              <a:ext uri="{FF2B5EF4-FFF2-40B4-BE49-F238E27FC236}">
                <a16:creationId xmlns:a16="http://schemas.microsoft.com/office/drawing/2014/main" id="{631906CF-E423-CCFB-5FD9-36E4E7C807ED}"/>
              </a:ext>
            </a:extLst>
          </p:cNvPr>
          <p:cNvSpPr/>
          <p:nvPr/>
        </p:nvSpPr>
        <p:spPr bwMode="auto">
          <a:xfrm>
            <a:off x="7613023" y="1969317"/>
            <a:ext cx="741210"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Pull</a:t>
            </a:r>
            <a:endParaRPr lang="en-US" sz="800" dirty="0" err="1">
              <a:solidFill>
                <a:srgbClr val="00B050"/>
              </a:solidFill>
              <a:ea typeface="Segoe UI" pitchFamily="34" charset="0"/>
              <a:cs typeface="Segoe UI" pitchFamily="34" charset="0"/>
            </a:endParaRPr>
          </a:p>
        </p:txBody>
      </p:sp>
      <p:sp>
        <p:nvSpPr>
          <p:cNvPr id="14" name="TextBox 13">
            <a:extLst>
              <a:ext uri="{FF2B5EF4-FFF2-40B4-BE49-F238E27FC236}">
                <a16:creationId xmlns:a16="http://schemas.microsoft.com/office/drawing/2014/main" id="{BF3EF43A-868C-E25B-E3EA-294A250998AA}"/>
              </a:ext>
            </a:extLst>
          </p:cNvPr>
          <p:cNvSpPr txBox="1"/>
          <p:nvPr/>
        </p:nvSpPr>
        <p:spPr>
          <a:xfrm>
            <a:off x="6472473" y="6087778"/>
            <a:ext cx="78162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Databricks Cluster</a:t>
            </a:r>
          </a:p>
        </p:txBody>
      </p:sp>
      <p:sp>
        <p:nvSpPr>
          <p:cNvPr id="15" name="TextBox 14">
            <a:extLst>
              <a:ext uri="{FF2B5EF4-FFF2-40B4-BE49-F238E27FC236}">
                <a16:creationId xmlns:a16="http://schemas.microsoft.com/office/drawing/2014/main" id="{F3B1B49B-654B-8C53-08B7-2458C21952DB}"/>
              </a:ext>
            </a:extLst>
          </p:cNvPr>
          <p:cNvSpPr txBox="1"/>
          <p:nvPr/>
        </p:nvSpPr>
        <p:spPr>
          <a:xfrm>
            <a:off x="7684048" y="6087778"/>
            <a:ext cx="78162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Lake Store</a:t>
            </a:r>
          </a:p>
        </p:txBody>
      </p:sp>
      <p:sp>
        <p:nvSpPr>
          <p:cNvPr id="32" name="TextBox 31">
            <a:extLst>
              <a:ext uri="{FF2B5EF4-FFF2-40B4-BE49-F238E27FC236}">
                <a16:creationId xmlns:a16="http://schemas.microsoft.com/office/drawing/2014/main" id="{081B6116-4F80-0966-D014-27BCF4FD087B}"/>
              </a:ext>
            </a:extLst>
          </p:cNvPr>
          <p:cNvSpPr txBox="1"/>
          <p:nvPr/>
        </p:nvSpPr>
        <p:spPr>
          <a:xfrm>
            <a:off x="5071634" y="6142700"/>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33" name="Graphic 32">
            <a:extLst>
              <a:ext uri="{FF2B5EF4-FFF2-40B4-BE49-F238E27FC236}">
                <a16:creationId xmlns:a16="http://schemas.microsoft.com/office/drawing/2014/main" id="{265484A4-6F42-3D26-BB19-73B0330588EC}"/>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5792202" y="5541377"/>
            <a:ext cx="430887" cy="430887"/>
          </a:xfrm>
          <a:prstGeom prst="rect">
            <a:avLst/>
          </a:prstGeom>
        </p:spPr>
      </p:pic>
      <p:sp>
        <p:nvSpPr>
          <p:cNvPr id="34" name="TextBox 33">
            <a:extLst>
              <a:ext uri="{FF2B5EF4-FFF2-40B4-BE49-F238E27FC236}">
                <a16:creationId xmlns:a16="http://schemas.microsoft.com/office/drawing/2014/main" id="{D3CB3AB4-02E1-5045-8DF5-85EF6F7F7A62}"/>
              </a:ext>
            </a:extLst>
          </p:cNvPr>
          <p:cNvSpPr txBox="1"/>
          <p:nvPr/>
        </p:nvSpPr>
        <p:spPr>
          <a:xfrm>
            <a:off x="5584354" y="5530623"/>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DevOps Pipeline</a:t>
            </a:r>
          </a:p>
        </p:txBody>
      </p:sp>
      <p:pic>
        <p:nvPicPr>
          <p:cNvPr id="36" name="Graphic 35">
            <a:extLst>
              <a:ext uri="{FF2B5EF4-FFF2-40B4-BE49-F238E27FC236}">
                <a16:creationId xmlns:a16="http://schemas.microsoft.com/office/drawing/2014/main" id="{4CC7EF3F-3EB0-4D7D-38E6-3E69D9D34FFD}"/>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7430563" y="5524481"/>
            <a:ext cx="428342" cy="428342"/>
          </a:xfrm>
          <a:prstGeom prst="rect">
            <a:avLst/>
          </a:prstGeom>
        </p:spPr>
      </p:pic>
      <p:sp>
        <p:nvSpPr>
          <p:cNvPr id="44" name="TextBox 43">
            <a:extLst>
              <a:ext uri="{FF2B5EF4-FFF2-40B4-BE49-F238E27FC236}">
                <a16:creationId xmlns:a16="http://schemas.microsoft.com/office/drawing/2014/main" id="{A781CBF9-768F-CDFF-9C53-30C469AAF42C}"/>
              </a:ext>
            </a:extLst>
          </p:cNvPr>
          <p:cNvSpPr txBox="1"/>
          <p:nvPr/>
        </p:nvSpPr>
        <p:spPr>
          <a:xfrm>
            <a:off x="7834186" y="5534348"/>
            <a:ext cx="48908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Git Repo</a:t>
            </a:r>
          </a:p>
        </p:txBody>
      </p:sp>
      <p:pic>
        <p:nvPicPr>
          <p:cNvPr id="47" name="Graphic 46">
            <a:extLst>
              <a:ext uri="{FF2B5EF4-FFF2-40B4-BE49-F238E27FC236}">
                <a16:creationId xmlns:a16="http://schemas.microsoft.com/office/drawing/2014/main" id="{F2A125AB-10FA-1D23-DB31-6AEB08E2B13B}"/>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6337469" y="5511761"/>
            <a:ext cx="428342" cy="428342"/>
          </a:xfrm>
          <a:prstGeom prst="rect">
            <a:avLst/>
          </a:prstGeom>
        </p:spPr>
      </p:pic>
      <p:sp>
        <p:nvSpPr>
          <p:cNvPr id="48" name="TextBox 47">
            <a:extLst>
              <a:ext uri="{FF2B5EF4-FFF2-40B4-BE49-F238E27FC236}">
                <a16:creationId xmlns:a16="http://schemas.microsoft.com/office/drawing/2014/main" id="{764D0C4C-3BAA-C972-4F4E-80BB019EB808}"/>
              </a:ext>
            </a:extLst>
          </p:cNvPr>
          <p:cNvSpPr txBox="1"/>
          <p:nvPr/>
        </p:nvSpPr>
        <p:spPr>
          <a:xfrm>
            <a:off x="6736845" y="5564370"/>
            <a:ext cx="7103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Artifacts</a:t>
            </a:r>
          </a:p>
        </p:txBody>
      </p:sp>
      <p:pic>
        <p:nvPicPr>
          <p:cNvPr id="49" name="Graphic 48">
            <a:extLst>
              <a:ext uri="{FF2B5EF4-FFF2-40B4-BE49-F238E27FC236}">
                <a16:creationId xmlns:a16="http://schemas.microsoft.com/office/drawing/2014/main" id="{A1360838-5F32-8A55-36CE-C3EBB5408B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90468" y="5529352"/>
            <a:ext cx="440399" cy="440399"/>
          </a:xfrm>
          <a:prstGeom prst="rect">
            <a:avLst/>
          </a:prstGeom>
        </p:spPr>
      </p:pic>
      <p:sp>
        <p:nvSpPr>
          <p:cNvPr id="50" name="TextBox 49">
            <a:extLst>
              <a:ext uri="{FF2B5EF4-FFF2-40B4-BE49-F238E27FC236}">
                <a16:creationId xmlns:a16="http://schemas.microsoft.com/office/drawing/2014/main" id="{A0061C94-1703-2408-5E3C-BE2FA8E5CC5D}"/>
              </a:ext>
            </a:extLst>
          </p:cNvPr>
          <p:cNvSpPr txBox="1"/>
          <p:nvPr/>
        </p:nvSpPr>
        <p:spPr>
          <a:xfrm>
            <a:off x="5173942" y="5540840"/>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cxnSp>
        <p:nvCxnSpPr>
          <p:cNvPr id="51" name="Straight Connector 50">
            <a:extLst>
              <a:ext uri="{FF2B5EF4-FFF2-40B4-BE49-F238E27FC236}">
                <a16:creationId xmlns:a16="http://schemas.microsoft.com/office/drawing/2014/main" id="{21B77BF2-E86D-0B66-68CD-522297DBF3B4}"/>
              </a:ext>
            </a:extLst>
          </p:cNvPr>
          <p:cNvCxnSpPr>
            <a:cxnSpLocks/>
          </p:cNvCxnSpPr>
          <p:nvPr/>
        </p:nvCxnSpPr>
        <p:spPr>
          <a:xfrm>
            <a:off x="5761396" y="5503340"/>
            <a:ext cx="0" cy="51119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42679A7E-AD98-8FBC-4B0B-43FFB6118CF1}"/>
              </a:ext>
            </a:extLst>
          </p:cNvPr>
          <p:cNvSpPr txBox="1"/>
          <p:nvPr/>
        </p:nvSpPr>
        <p:spPr>
          <a:xfrm>
            <a:off x="5379146" y="6108555"/>
            <a:ext cx="67996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p>
        </p:txBody>
      </p:sp>
      <p:pic>
        <p:nvPicPr>
          <p:cNvPr id="55" name="Graphic 54">
            <a:extLst>
              <a:ext uri="{FF2B5EF4-FFF2-40B4-BE49-F238E27FC236}">
                <a16:creationId xmlns:a16="http://schemas.microsoft.com/office/drawing/2014/main" id="{5EC756DA-60CA-0FA6-DC7B-D0499DB2FA3E}"/>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6047470" y="6079042"/>
            <a:ext cx="432499" cy="457940"/>
          </a:xfrm>
          <a:prstGeom prst="rect">
            <a:avLst/>
          </a:prstGeom>
        </p:spPr>
      </p:pic>
      <p:pic>
        <p:nvPicPr>
          <p:cNvPr id="133" name="Graphic 132">
            <a:extLst>
              <a:ext uri="{FF2B5EF4-FFF2-40B4-BE49-F238E27FC236}">
                <a16:creationId xmlns:a16="http://schemas.microsoft.com/office/drawing/2014/main" id="{718B36D5-9CA0-5D30-63D4-2CAB9A7CA75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65453" y="6087778"/>
            <a:ext cx="389292" cy="389292"/>
          </a:xfrm>
          <a:prstGeom prst="rect">
            <a:avLst/>
          </a:prstGeom>
        </p:spPr>
      </p:pic>
      <p:sp>
        <p:nvSpPr>
          <p:cNvPr id="134" name="Rectangle 133">
            <a:extLst>
              <a:ext uri="{FF2B5EF4-FFF2-40B4-BE49-F238E27FC236}">
                <a16:creationId xmlns:a16="http://schemas.microsoft.com/office/drawing/2014/main" id="{BECBF2E0-4F73-3FBE-BF9A-451256549F5A}"/>
              </a:ext>
            </a:extLst>
          </p:cNvPr>
          <p:cNvSpPr/>
          <p:nvPr/>
        </p:nvSpPr>
        <p:spPr>
          <a:xfrm>
            <a:off x="2280628" y="5412578"/>
            <a:ext cx="6347522" cy="1106151"/>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CF2">
                    <a:lumMod val="25000"/>
                  </a:srgbClr>
                </a:solidFill>
                <a:effectLst/>
                <a:uLnTx/>
                <a:uFillTx/>
                <a:latin typeface="Segoe UI"/>
                <a:ea typeface="+mn-ea"/>
                <a:cs typeface="+mn-cs"/>
              </a:rPr>
              <a:t>Legend</a:t>
            </a:r>
          </a:p>
        </p:txBody>
      </p:sp>
      <p:sp>
        <p:nvSpPr>
          <p:cNvPr id="135" name="TextBox 134">
            <a:extLst>
              <a:ext uri="{FF2B5EF4-FFF2-40B4-BE49-F238E27FC236}">
                <a16:creationId xmlns:a16="http://schemas.microsoft.com/office/drawing/2014/main" id="{92BE3708-84A0-FFA1-094F-DFB3436D82E0}"/>
              </a:ext>
            </a:extLst>
          </p:cNvPr>
          <p:cNvSpPr txBox="1"/>
          <p:nvPr/>
        </p:nvSpPr>
        <p:spPr>
          <a:xfrm>
            <a:off x="6198908" y="5774018"/>
            <a:ext cx="76948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NIC Card</a:t>
            </a:r>
          </a:p>
        </p:txBody>
      </p:sp>
      <p:sp>
        <p:nvSpPr>
          <p:cNvPr id="136" name="TextBox 135">
            <a:extLst>
              <a:ext uri="{FF2B5EF4-FFF2-40B4-BE49-F238E27FC236}">
                <a16:creationId xmlns:a16="http://schemas.microsoft.com/office/drawing/2014/main" id="{9D32B23E-86DF-1E6B-A647-F77829421F7D}"/>
              </a:ext>
            </a:extLst>
          </p:cNvPr>
          <p:cNvSpPr txBox="1"/>
          <p:nvPr/>
        </p:nvSpPr>
        <p:spPr>
          <a:xfrm>
            <a:off x="7767970" y="6063451"/>
            <a:ext cx="9060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Storage Account</a:t>
            </a:r>
          </a:p>
        </p:txBody>
      </p:sp>
      <p:pic>
        <p:nvPicPr>
          <p:cNvPr id="137" name="Graphic 136">
            <a:extLst>
              <a:ext uri="{FF2B5EF4-FFF2-40B4-BE49-F238E27FC236}">
                <a16:creationId xmlns:a16="http://schemas.microsoft.com/office/drawing/2014/main" id="{80BF7095-1F9B-5961-CFBA-89B33C5B367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6035214" y="6179787"/>
            <a:ext cx="242454" cy="242454"/>
          </a:xfrm>
          <a:prstGeom prst="rect">
            <a:avLst/>
          </a:prstGeom>
        </p:spPr>
      </p:pic>
      <p:sp>
        <p:nvSpPr>
          <p:cNvPr id="139" name="TextBox 138">
            <a:extLst>
              <a:ext uri="{FF2B5EF4-FFF2-40B4-BE49-F238E27FC236}">
                <a16:creationId xmlns:a16="http://schemas.microsoft.com/office/drawing/2014/main" id="{A13BD222-6DF3-F7B1-1813-D3BA407F85FE}"/>
              </a:ext>
            </a:extLst>
          </p:cNvPr>
          <p:cNvSpPr txBox="1"/>
          <p:nvPr/>
        </p:nvSpPr>
        <p:spPr>
          <a:xfrm>
            <a:off x="6229494" y="6196077"/>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140" name="TextBox 139">
            <a:extLst>
              <a:ext uri="{FF2B5EF4-FFF2-40B4-BE49-F238E27FC236}">
                <a16:creationId xmlns:a16="http://schemas.microsoft.com/office/drawing/2014/main" id="{6703DF1D-BB20-507F-ED4B-59C6DBF9B3DB}"/>
              </a:ext>
            </a:extLst>
          </p:cNvPr>
          <p:cNvSpPr txBox="1"/>
          <p:nvPr/>
        </p:nvSpPr>
        <p:spPr>
          <a:xfrm>
            <a:off x="7866242" y="5662140"/>
            <a:ext cx="64168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github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141" name="Group 140">
            <a:extLst>
              <a:ext uri="{FF2B5EF4-FFF2-40B4-BE49-F238E27FC236}">
                <a16:creationId xmlns:a16="http://schemas.microsoft.com/office/drawing/2014/main" id="{9C2F99F3-3A3F-B744-F003-30921CBF1179}"/>
              </a:ext>
            </a:extLst>
          </p:cNvPr>
          <p:cNvGrpSpPr/>
          <p:nvPr/>
        </p:nvGrpSpPr>
        <p:grpSpPr>
          <a:xfrm>
            <a:off x="6724331" y="5604735"/>
            <a:ext cx="970287" cy="342963"/>
            <a:chOff x="6998544" y="5436915"/>
            <a:chExt cx="970287" cy="342963"/>
          </a:xfrm>
        </p:grpSpPr>
        <p:pic>
          <p:nvPicPr>
            <p:cNvPr id="142" name="Graphic 141">
              <a:extLst>
                <a:ext uri="{FF2B5EF4-FFF2-40B4-BE49-F238E27FC236}">
                  <a16:creationId xmlns:a16="http://schemas.microsoft.com/office/drawing/2014/main" id="{7987C148-CD19-C3E2-E979-A8AFD4069A5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98544" y="5519323"/>
              <a:ext cx="260555" cy="260555"/>
            </a:xfrm>
            <a:prstGeom prst="rect">
              <a:avLst/>
            </a:prstGeom>
          </p:spPr>
        </p:pic>
        <p:sp>
          <p:nvSpPr>
            <p:cNvPr id="143" name="TextBox 142">
              <a:extLst>
                <a:ext uri="{FF2B5EF4-FFF2-40B4-BE49-F238E27FC236}">
                  <a16:creationId xmlns:a16="http://schemas.microsoft.com/office/drawing/2014/main" id="{523EE6C9-0CC8-EC34-8026-B02C82628F15}"/>
                </a:ext>
              </a:extLst>
            </p:cNvPr>
            <p:cNvSpPr txBox="1"/>
            <p:nvPr/>
          </p:nvSpPr>
          <p:spPr>
            <a:xfrm>
              <a:off x="7266132" y="5436915"/>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grpSp>
      <p:pic>
        <p:nvPicPr>
          <p:cNvPr id="145" name="Graphic 144">
            <a:extLst>
              <a:ext uri="{FF2B5EF4-FFF2-40B4-BE49-F238E27FC236}">
                <a16:creationId xmlns:a16="http://schemas.microsoft.com/office/drawing/2014/main" id="{740E7E69-C396-8962-CF3C-05346D2678A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3417" y="6180097"/>
            <a:ext cx="247981" cy="247981"/>
          </a:xfrm>
          <a:prstGeom prst="rect">
            <a:avLst/>
          </a:prstGeom>
        </p:spPr>
      </p:pic>
      <p:pic>
        <p:nvPicPr>
          <p:cNvPr id="146" name="Picture 145">
            <a:extLst>
              <a:ext uri="{FF2B5EF4-FFF2-40B4-BE49-F238E27FC236}">
                <a16:creationId xmlns:a16="http://schemas.microsoft.com/office/drawing/2014/main" id="{921D10F8-6912-6539-2B03-BD0772B71D6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81547" y="5655676"/>
            <a:ext cx="286533" cy="286533"/>
          </a:xfrm>
          <a:prstGeom prst="rect">
            <a:avLst/>
          </a:prstGeom>
        </p:spPr>
      </p:pic>
      <p:pic>
        <p:nvPicPr>
          <p:cNvPr id="147" name="Graphic 146">
            <a:extLst>
              <a:ext uri="{FF2B5EF4-FFF2-40B4-BE49-F238E27FC236}">
                <a16:creationId xmlns:a16="http://schemas.microsoft.com/office/drawing/2014/main" id="{848889AA-40D6-1246-6D73-2E79372F910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6"/>
              </a:ext>
            </a:extLst>
          </a:blip>
          <a:stretch>
            <a:fillRect/>
          </a:stretch>
        </p:blipFill>
        <p:spPr>
          <a:xfrm>
            <a:off x="5107713" y="6110147"/>
            <a:ext cx="274831" cy="274831"/>
          </a:xfrm>
          <a:prstGeom prst="rect">
            <a:avLst/>
          </a:prstGeom>
        </p:spPr>
      </p:pic>
      <p:sp>
        <p:nvSpPr>
          <p:cNvPr id="150" name="TextBox 149">
            <a:extLst>
              <a:ext uri="{FF2B5EF4-FFF2-40B4-BE49-F238E27FC236}">
                <a16:creationId xmlns:a16="http://schemas.microsoft.com/office/drawing/2014/main" id="{50369B15-61A9-A2F2-F099-3D5F6DAB75AE}"/>
              </a:ext>
            </a:extLst>
          </p:cNvPr>
          <p:cNvSpPr txBox="1"/>
          <p:nvPr/>
        </p:nvSpPr>
        <p:spPr>
          <a:xfrm>
            <a:off x="5466219" y="6098175"/>
            <a:ext cx="64106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App</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Services</a:t>
            </a:r>
          </a:p>
        </p:txBody>
      </p:sp>
      <p:pic>
        <p:nvPicPr>
          <p:cNvPr id="151" name="Graphic 150">
            <a:extLst>
              <a:ext uri="{FF2B5EF4-FFF2-40B4-BE49-F238E27FC236}">
                <a16:creationId xmlns:a16="http://schemas.microsoft.com/office/drawing/2014/main" id="{157C4346-3327-BD21-1F75-3B29F8E0955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988897" y="5716894"/>
            <a:ext cx="274831" cy="274831"/>
          </a:xfrm>
          <a:prstGeom prst="rect">
            <a:avLst/>
          </a:prstGeom>
        </p:spPr>
      </p:pic>
      <p:pic>
        <p:nvPicPr>
          <p:cNvPr id="152" name="Graphic 151">
            <a:extLst>
              <a:ext uri="{FF2B5EF4-FFF2-40B4-BE49-F238E27FC236}">
                <a16:creationId xmlns:a16="http://schemas.microsoft.com/office/drawing/2014/main" id="{DAA33ED1-5753-4C22-58F2-757A99BF1B84}"/>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5092228" y="5711358"/>
            <a:ext cx="257701" cy="257701"/>
          </a:xfrm>
          <a:prstGeom prst="rect">
            <a:avLst/>
          </a:prstGeom>
        </p:spPr>
      </p:pic>
      <p:sp>
        <p:nvSpPr>
          <p:cNvPr id="153" name="TextBox 152">
            <a:extLst>
              <a:ext uri="{FF2B5EF4-FFF2-40B4-BE49-F238E27FC236}">
                <a16:creationId xmlns:a16="http://schemas.microsoft.com/office/drawing/2014/main" id="{CC8F738A-4D48-DCF3-7766-219A0166D94E}"/>
              </a:ext>
            </a:extLst>
          </p:cNvPr>
          <p:cNvSpPr txBox="1"/>
          <p:nvPr/>
        </p:nvSpPr>
        <p:spPr>
          <a:xfrm>
            <a:off x="5444744" y="5704217"/>
            <a:ext cx="580652"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Public IP Address</a:t>
            </a:r>
          </a:p>
        </p:txBody>
      </p:sp>
      <p:pic>
        <p:nvPicPr>
          <p:cNvPr id="154" name="Picture 153">
            <a:extLst>
              <a:ext uri="{FF2B5EF4-FFF2-40B4-BE49-F238E27FC236}">
                <a16:creationId xmlns:a16="http://schemas.microsoft.com/office/drawing/2014/main" id="{87C72BA4-8770-F500-FAF7-8A9073431FF7}"/>
              </a:ext>
            </a:extLst>
          </p:cNvPr>
          <p:cNvPicPr>
            <a:picLocks noChangeAspect="1"/>
          </p:cNvPicPr>
          <p:nvPr/>
        </p:nvPicPr>
        <p:blipFill>
          <a:blip r:embed="rId11"/>
          <a:stretch>
            <a:fillRect/>
          </a:stretch>
        </p:blipFill>
        <p:spPr>
          <a:xfrm>
            <a:off x="4195095" y="6078591"/>
            <a:ext cx="318290" cy="302376"/>
          </a:xfrm>
          <a:prstGeom prst="rect">
            <a:avLst/>
          </a:prstGeom>
        </p:spPr>
      </p:pic>
      <p:sp>
        <p:nvSpPr>
          <p:cNvPr id="156" name="TextBox 155">
            <a:extLst>
              <a:ext uri="{FF2B5EF4-FFF2-40B4-BE49-F238E27FC236}">
                <a16:creationId xmlns:a16="http://schemas.microsoft.com/office/drawing/2014/main" id="{E39C787B-4546-0924-6DF5-493457BF3108}"/>
              </a:ext>
            </a:extLst>
          </p:cNvPr>
          <p:cNvSpPr txBox="1"/>
          <p:nvPr/>
        </p:nvSpPr>
        <p:spPr>
          <a:xfrm>
            <a:off x="4447791" y="6068973"/>
            <a:ext cx="5957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endpoint</a:t>
            </a:r>
          </a:p>
        </p:txBody>
      </p:sp>
      <p:sp>
        <p:nvSpPr>
          <p:cNvPr id="157" name="TextBox 156">
            <a:extLst>
              <a:ext uri="{FF2B5EF4-FFF2-40B4-BE49-F238E27FC236}">
                <a16:creationId xmlns:a16="http://schemas.microsoft.com/office/drawing/2014/main" id="{6A747949-2F7A-1CCA-0F14-0E6F63142F56}"/>
              </a:ext>
            </a:extLst>
          </p:cNvPr>
          <p:cNvSpPr txBox="1"/>
          <p:nvPr/>
        </p:nvSpPr>
        <p:spPr>
          <a:xfrm>
            <a:off x="4455524" y="5708307"/>
            <a:ext cx="57743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p>
        </p:txBody>
      </p:sp>
      <p:pic>
        <p:nvPicPr>
          <p:cNvPr id="158" name="Graphic 157">
            <a:extLst>
              <a:ext uri="{FF2B5EF4-FFF2-40B4-BE49-F238E27FC236}">
                <a16:creationId xmlns:a16="http://schemas.microsoft.com/office/drawing/2014/main" id="{03739FFA-14B7-020F-EDBB-C408B82F52ED}"/>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06366" y="5721947"/>
            <a:ext cx="300461" cy="300461"/>
          </a:xfrm>
          <a:prstGeom prst="rect">
            <a:avLst/>
          </a:prstGeom>
        </p:spPr>
      </p:pic>
      <p:sp>
        <p:nvSpPr>
          <p:cNvPr id="159" name="TextBox 158">
            <a:extLst>
              <a:ext uri="{FF2B5EF4-FFF2-40B4-BE49-F238E27FC236}">
                <a16:creationId xmlns:a16="http://schemas.microsoft.com/office/drawing/2014/main" id="{336BCAA8-C696-4D6E-0FD4-F84533BC2878}"/>
              </a:ext>
            </a:extLst>
          </p:cNvPr>
          <p:cNvSpPr txBox="1"/>
          <p:nvPr/>
        </p:nvSpPr>
        <p:spPr>
          <a:xfrm>
            <a:off x="7027466" y="6067907"/>
            <a:ext cx="83499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Zone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60" name="Graphic 159">
            <a:extLst>
              <a:ext uri="{FF2B5EF4-FFF2-40B4-BE49-F238E27FC236}">
                <a16:creationId xmlns:a16="http://schemas.microsoft.com/office/drawing/2014/main" id="{3554554E-E16E-0A78-A0F3-CA8C0A75F86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795208" y="6151177"/>
            <a:ext cx="290573" cy="290573"/>
          </a:xfrm>
          <a:prstGeom prst="rect">
            <a:avLst/>
          </a:prstGeom>
        </p:spPr>
      </p:pic>
      <p:pic>
        <p:nvPicPr>
          <p:cNvPr id="161" name="Graphic 160">
            <a:extLst>
              <a:ext uri="{FF2B5EF4-FFF2-40B4-BE49-F238E27FC236}">
                <a16:creationId xmlns:a16="http://schemas.microsoft.com/office/drawing/2014/main" id="{B9129ACD-B552-8431-A7EC-6ACB7AFD45C5}"/>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3397877" y="5754506"/>
            <a:ext cx="282546" cy="282546"/>
          </a:xfrm>
          <a:prstGeom prst="rect">
            <a:avLst/>
          </a:prstGeom>
        </p:spPr>
      </p:pic>
      <p:sp>
        <p:nvSpPr>
          <p:cNvPr id="162" name="TextBox 161">
            <a:extLst>
              <a:ext uri="{FF2B5EF4-FFF2-40B4-BE49-F238E27FC236}">
                <a16:creationId xmlns:a16="http://schemas.microsoft.com/office/drawing/2014/main" id="{65F60A8B-E741-753F-7939-263D1D7DF748}"/>
              </a:ext>
            </a:extLst>
          </p:cNvPr>
          <p:cNvSpPr txBox="1"/>
          <p:nvPr/>
        </p:nvSpPr>
        <p:spPr>
          <a:xfrm>
            <a:off x="3638447" y="5789440"/>
            <a:ext cx="61733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EventHub</a:t>
            </a:r>
          </a:p>
        </p:txBody>
      </p:sp>
      <p:pic>
        <p:nvPicPr>
          <p:cNvPr id="163" name="Graphic 162">
            <a:extLst>
              <a:ext uri="{FF2B5EF4-FFF2-40B4-BE49-F238E27FC236}">
                <a16:creationId xmlns:a16="http://schemas.microsoft.com/office/drawing/2014/main" id="{D1EFAB8E-1C72-B436-1899-82F88967B12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tretch>
            <a:fillRect/>
          </a:stretch>
        </p:blipFill>
        <p:spPr>
          <a:xfrm>
            <a:off x="3397104" y="6085360"/>
            <a:ext cx="263654" cy="308076"/>
          </a:xfrm>
          <a:prstGeom prst="rect">
            <a:avLst/>
          </a:prstGeom>
        </p:spPr>
      </p:pic>
      <p:sp>
        <p:nvSpPr>
          <p:cNvPr id="174" name="TextBox 173">
            <a:extLst>
              <a:ext uri="{FF2B5EF4-FFF2-40B4-BE49-F238E27FC236}">
                <a16:creationId xmlns:a16="http://schemas.microsoft.com/office/drawing/2014/main" id="{69CD590B-056C-0AA2-8A2A-33CD4AC54E89}"/>
              </a:ext>
            </a:extLst>
          </p:cNvPr>
          <p:cNvSpPr txBox="1"/>
          <p:nvPr/>
        </p:nvSpPr>
        <p:spPr>
          <a:xfrm>
            <a:off x="3647770" y="6082524"/>
            <a:ext cx="64459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Forwarder</a:t>
            </a:r>
          </a:p>
        </p:txBody>
      </p:sp>
      <p:pic>
        <p:nvPicPr>
          <p:cNvPr id="275" name="Graphic 274">
            <a:extLst>
              <a:ext uri="{FF2B5EF4-FFF2-40B4-BE49-F238E27FC236}">
                <a16:creationId xmlns:a16="http://schemas.microsoft.com/office/drawing/2014/main" id="{03A71A0C-B591-2E07-6A13-BC3B8C8F815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442420" y="5652487"/>
            <a:ext cx="351904" cy="351904"/>
          </a:xfrm>
          <a:prstGeom prst="rect">
            <a:avLst/>
          </a:prstGeom>
        </p:spPr>
      </p:pic>
      <p:sp>
        <p:nvSpPr>
          <p:cNvPr id="276" name="TextBox 275">
            <a:extLst>
              <a:ext uri="{FF2B5EF4-FFF2-40B4-BE49-F238E27FC236}">
                <a16:creationId xmlns:a16="http://schemas.microsoft.com/office/drawing/2014/main" id="{8A959711-69EB-6DFB-5B1D-906525B6C252}"/>
              </a:ext>
            </a:extLst>
          </p:cNvPr>
          <p:cNvSpPr txBox="1"/>
          <p:nvPr/>
        </p:nvSpPr>
        <p:spPr>
          <a:xfrm>
            <a:off x="2749591" y="5649945"/>
            <a:ext cx="75289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Resource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p>
        </p:txBody>
      </p:sp>
      <p:sp>
        <p:nvSpPr>
          <p:cNvPr id="279" name="TextBox 278">
            <a:extLst>
              <a:ext uri="{FF2B5EF4-FFF2-40B4-BE49-F238E27FC236}">
                <a16:creationId xmlns:a16="http://schemas.microsoft.com/office/drawing/2014/main" id="{457DDFF1-3749-6AB7-DCF0-3BAE6E2C70CE}"/>
              </a:ext>
            </a:extLst>
          </p:cNvPr>
          <p:cNvSpPr txBox="1"/>
          <p:nvPr/>
        </p:nvSpPr>
        <p:spPr>
          <a:xfrm>
            <a:off x="2775786" y="6087778"/>
            <a:ext cx="63942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pic>
        <p:nvPicPr>
          <p:cNvPr id="282" name="Graphic 281">
            <a:extLst>
              <a:ext uri="{FF2B5EF4-FFF2-40B4-BE49-F238E27FC236}">
                <a16:creationId xmlns:a16="http://schemas.microsoft.com/office/drawing/2014/main" id="{0DD22D64-2950-BB04-3BDF-AAA3F711C8C3}"/>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2489804" y="6036830"/>
            <a:ext cx="298000" cy="298000"/>
          </a:xfrm>
          <a:prstGeom prst="rect">
            <a:avLst/>
          </a:prstGeom>
        </p:spPr>
      </p:pic>
      <p:sp>
        <p:nvSpPr>
          <p:cNvPr id="284" name="Rectangle: Rounded Corners 283">
            <a:extLst>
              <a:ext uri="{FF2B5EF4-FFF2-40B4-BE49-F238E27FC236}">
                <a16:creationId xmlns:a16="http://schemas.microsoft.com/office/drawing/2014/main" id="{D41A050A-3781-9AA5-E27B-6BB3B0DD74D9}"/>
              </a:ext>
            </a:extLst>
          </p:cNvPr>
          <p:cNvSpPr/>
          <p:nvPr/>
        </p:nvSpPr>
        <p:spPr bwMode="auto">
          <a:xfrm>
            <a:off x="7555715" y="2351613"/>
            <a:ext cx="1163527"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r>
              <a:rPr lang="fr-FR" sz="800" dirty="0">
                <a:solidFill>
                  <a:srgbClr val="00B050"/>
                </a:solidFill>
                <a:ea typeface="Segoe UI" pitchFamily="34" charset="0"/>
                <a:cs typeface="Segoe UI" pitchFamily="34" charset="0"/>
              </a:rPr>
              <a:t>Storage Blob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Data </a:t>
            </a:r>
            <a:r>
              <a:rPr lang="fr-FR" sz="800" dirty="0" err="1">
                <a:solidFill>
                  <a:srgbClr val="00B050"/>
                </a:solidFill>
                <a:ea typeface="Segoe UI" pitchFamily="34" charset="0"/>
                <a:cs typeface="Segoe UI" pitchFamily="34" charset="0"/>
              </a:rPr>
              <a:t>Contributor</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Storage File Data </a:t>
            </a:r>
            <a:r>
              <a:rPr lang="fr-FR" sz="800" dirty="0" err="1">
                <a:solidFill>
                  <a:srgbClr val="00B050"/>
                </a:solidFill>
                <a:ea typeface="Segoe UI" pitchFamily="34" charset="0"/>
                <a:cs typeface="Segoe UI" pitchFamily="34" charset="0"/>
              </a:rPr>
              <a:t>Privileged</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Contributor</a:t>
            </a:r>
            <a:endParaRPr lang="en-US" sz="800" dirty="0">
              <a:solidFill>
                <a:srgbClr val="00B050"/>
              </a:solidFill>
              <a:ea typeface="Segoe UI" pitchFamily="34" charset="0"/>
              <a:cs typeface="Segoe UI" pitchFamily="34" charset="0"/>
            </a:endParaRPr>
          </a:p>
        </p:txBody>
      </p:sp>
      <p:sp>
        <p:nvSpPr>
          <p:cNvPr id="227" name="Rectangle: Rounded Corners 226">
            <a:extLst>
              <a:ext uri="{FF2B5EF4-FFF2-40B4-BE49-F238E27FC236}">
                <a16:creationId xmlns:a16="http://schemas.microsoft.com/office/drawing/2014/main" id="{63383B64-7ACA-A59D-BF2D-992F4AAC5698}"/>
              </a:ext>
            </a:extLst>
          </p:cNvPr>
          <p:cNvSpPr/>
          <p:nvPr/>
        </p:nvSpPr>
        <p:spPr bwMode="auto">
          <a:xfrm>
            <a:off x="2797285" y="535434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spTree>
    <p:extLst>
      <p:ext uri="{BB962C8B-B14F-4D97-AF65-F5344CB8AC3E}">
        <p14:creationId xmlns:p14="http://schemas.microsoft.com/office/powerpoint/2010/main" val="2574863402"/>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PRESGUID" val="1b4f084f-57e1-44f2-af0a-55642787ef31"/>
</p:tagLst>
</file>

<file path=ppt/theme/theme1.xml><?xml version="1.0" encoding="utf-8"?>
<a:theme xmlns:a="http://schemas.openxmlformats.org/drawingml/2006/main" name="White Template">
  <a:themeElements>
    <a:clrScheme name="TS_20_Blue on White">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737373"/>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extLst>
    <a:ext uri="{05A4C25C-085E-4340-85A3-A5531E510DB2}">
      <thm15:themeFamily xmlns:thm15="http://schemas.microsoft.com/office/thememl/2012/main" name="Template Starter Blue - February 2020_v6" id="{071E01FD-2079-42F8-8403-F72D98F421C4}" vid="{4AE5ECA4-1508-4F7F-B9BC-6CD0E5E51A63}"/>
    </a:ext>
  </a:extLst>
</a:theme>
</file>

<file path=ppt/theme/theme2.xml><?xml version="1.0" encoding="utf-8"?>
<a:theme xmlns:a="http://schemas.openxmlformats.org/drawingml/2006/main" name="WHITE TEMPLATE">
  <a:themeElements>
    <a:clrScheme name="TT for white - NEW 2018">
      <a:dk1>
        <a:srgbClr val="1A1A1A"/>
      </a:dk1>
      <a:lt1>
        <a:srgbClr val="FFFFFF"/>
      </a:lt1>
      <a:dk2>
        <a:srgbClr val="0D0D0D"/>
      </a:dk2>
      <a:lt2>
        <a:srgbClr val="E6E6E6"/>
      </a:lt2>
      <a:accent1>
        <a:srgbClr val="0078D4"/>
      </a:accent1>
      <a:accent2>
        <a:srgbClr val="002050"/>
      </a:accent2>
      <a:accent3>
        <a:srgbClr val="107C10"/>
      </a:accent3>
      <a:accent4>
        <a:srgbClr val="D73B01"/>
      </a:accent4>
      <a:accent5>
        <a:srgbClr val="737373"/>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16-9_Business_2018_20.potx" id="{82A3EBA7-6CB7-444E-9DF0-B1E644D1F154}" vid="{2B1E32B1-2CCA-4167-A431-147AEC224D2A}"/>
    </a:ext>
  </a:extLst>
</a:theme>
</file>

<file path=ppt/theme/theme3.xml><?xml version="1.0" encoding="utf-8"?>
<a:theme xmlns:a="http://schemas.openxmlformats.org/drawingml/2006/main" name="White Template">
  <a:themeElements>
    <a:clrScheme name="TS_20_Blue on White">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737373"/>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Microsoft_brand_template_blue.potx" id="{480B23C3-38C8-4962-83A2-3297C539F5A5}" vid="{4711DFBC-8085-446F-AC17-C262437718B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C9B442A5CC9AAF40A5EA717E75549A49" ma:contentTypeVersion="95" ma:contentTypeDescription="Create a new document." ma:contentTypeScope="" ma:versionID="b03b6633a34d19aa97114ee0a23d1b64">
  <xsd:schema xmlns:xsd="http://www.w3.org/2001/XMLSchema" xmlns:xs="http://www.w3.org/2001/XMLSchema" xmlns:p="http://schemas.microsoft.com/office/2006/metadata/properties" xmlns:ns1="http://schemas.microsoft.com/sharepoint/v3" xmlns:ns2="725EF057-29B8-44FD-BE32-E69DA4870C76" xmlns:ns3="230e9df3-be65-4c73-a93b-d1236ebd677e" xmlns:ns4="725ef057-29b8-44fd-be32-e69da4870c76" xmlns:ns5="3a984a97-1f88-4620-9803-2d448b891559" xmlns:ns6="http://schemas.microsoft.com/sharepoint/v4" targetNamespace="http://schemas.microsoft.com/office/2006/metadata/properties" ma:root="true" ma:fieldsID="16115084048cfc3921f63f8e98d026b7" ns1:_="" ns2:_="" ns3:_="" ns4:_="" ns5:_="" ns6:_="">
    <xsd:import namespace="http://schemas.microsoft.com/sharepoint/v3"/>
    <xsd:import namespace="725EF057-29B8-44FD-BE32-E69DA4870C76"/>
    <xsd:import namespace="230e9df3-be65-4c73-a93b-d1236ebd677e"/>
    <xsd:import namespace="725ef057-29b8-44fd-be32-e69da4870c76"/>
    <xsd:import namespace="3a984a97-1f88-4620-9803-2d448b891559"/>
    <xsd:import namespace="http://schemas.microsoft.com/sharepoint/v4"/>
    <xsd:element name="properties">
      <xsd:complexType>
        <xsd:sequence>
          <xsd:element name="documentManagement">
            <xsd:complexType>
              <xsd:all>
                <xsd:element ref="ns2:OrgID" minOccurs="0"/>
                <xsd:element ref="ns2:Org" minOccurs="0"/>
                <xsd:element ref="ns2:EngagementID" minOccurs="0"/>
                <xsd:element ref="ns2:Engagement" minOccurs="0"/>
                <xsd:element ref="ns2:Tags" minOccurs="0"/>
                <xsd:element ref="ns2:CSE_x0020_Priority_x0020_Industry" minOccurs="0"/>
                <xsd:element ref="ns2:Lead_x0020_PM" minOccurs="0"/>
                <xsd:element ref="ns2:Country" minOccurs="0"/>
                <xsd:element ref="ns2:Filename" minOccurs="0"/>
                <xsd:element ref="ns2:STE_x0020_Tags" minOccurs="0"/>
                <xsd:element ref="ns4:WorkItemId" minOccurs="0"/>
                <xsd:element ref="ns4:SE_x002f_I" minOccurs="0"/>
                <xsd:element ref="ns4:OverallEngagementID" minOccurs="0"/>
                <xsd:element ref="ns4:Assigned" minOccurs="0"/>
                <xsd:element ref="ns4:EngagementState" minOccurs="0"/>
                <xsd:element ref="ns4:TechLead" minOccurs="0"/>
                <xsd:element ref="ns4:CityState" minOccurs="0"/>
                <xsd:element ref="ns4:EngStartDate" minOccurs="0"/>
                <xsd:element ref="ns4:Technology_x0020_Domain" minOccurs="0"/>
                <xsd:element ref="ns4:EngagementType" minOccurs="0"/>
                <xsd:element ref="ns4:MediaServiceKeyPoints" minOccurs="0"/>
                <xsd:element ref="ns4:Artifact_x0020_Type" minOccurs="0"/>
                <xsd:element ref="ns1:LikesCount" minOccurs="0"/>
                <xsd:element ref="ns1:LikedBy" minOccurs="0"/>
                <xsd:element ref="ns3:TaxKeywordTaxHTField" minOccurs="0"/>
                <xsd:element ref="ns3:TaxCatchAll" minOccurs="0"/>
                <xsd:element ref="ns4:MediaServiceDateTaken" minOccurs="0"/>
                <xsd:element ref="ns4:MediaServiceLocation" minOccurs="0"/>
                <xsd:element ref="ns4:MediaServiceMetadata" minOccurs="0"/>
                <xsd:element ref="ns4:MediaServiceFastMetadata" minOccurs="0"/>
                <xsd:element ref="ns4:MediaServiceAutoTags" minOccurs="0"/>
                <xsd:element ref="ns4:MediaServiceOCR" minOccurs="0"/>
                <xsd:element ref="ns4:MediaServiceEventHashCode" minOccurs="0"/>
                <xsd:element ref="ns4:MediaServiceGenerationTime" minOccurs="0"/>
                <xsd:element ref="ns5:SharedWithUsers" minOccurs="0"/>
                <xsd:element ref="ns5:SharedWithDetails" minOccurs="0"/>
                <xsd:element ref="ns6:IconOverlay" minOccurs="0"/>
                <xsd:element ref="ns1:AverageRating" minOccurs="0"/>
                <xsd:element ref="ns1:RatingCount" minOccurs="0"/>
                <xsd:element ref="ns4:MediaServiceAutoKeyPoints" minOccurs="0"/>
                <xsd:element ref="ns1:RatedBy" minOccurs="0"/>
                <xsd:element ref="ns1:_ip_UnifiedCompliancePolicyProperties" minOccurs="0"/>
                <xsd:element ref="ns1:_ip_UnifiedCompliancePolicyUIAction" minOccurs="0"/>
                <xsd:element ref="ns1:Ratings" minOccurs="0"/>
                <xsd:element ref="ns4:EngEndDate" minOccurs="0"/>
                <xsd:element ref="ns4:MediaLengthInSeconds" minOccurs="0"/>
                <xsd:element ref="ns4:lcf76f155ced4ddcb4097134ff3c332f" minOccurs="0"/>
                <xsd:element ref="ns4:Dat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LikesCount" ma:index="25" nillable="true" ma:displayName="Number of Likes" ma:hidden="true" ma:internalName="LikesCount" ma:readOnly="false">
      <xsd:simpleType>
        <xsd:restriction base="dms:Unknown"/>
      </xsd:simpleType>
    </xsd:element>
    <xsd:element name="LikedBy" ma:index="26" nillable="true" ma:displayName="Liked By" ma:hidden="true" ma:list="UserInfo" ma:internalName="LikedBy"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46" nillable="true" ma:displayName="Rating (0-5)" ma:decimals="2" ma:description="Average value of all the ratings that have been submitted" ma:hidden="true" ma:internalName="AverageRating" ma:readOnly="false">
      <xsd:simpleType>
        <xsd:restriction base="dms:Number"/>
      </xsd:simpleType>
    </xsd:element>
    <xsd:element name="RatingCount" ma:index="47" nillable="true" ma:displayName="Number of Ratings" ma:decimals="0" ma:description="Number of ratings submitted" ma:hidden="true" ma:internalName="RatingCount" ma:readOnly="false">
      <xsd:simpleType>
        <xsd:restriction base="dms:Number"/>
      </xsd:simpleType>
    </xsd:element>
    <xsd:element name="RatedBy" ma:index="49" nillable="true" ma:displayName="Rated By" ma:description="Users rated the item." ma:hidden="true" ma:list="UserInfo" ma:internalName="RatedBy"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_ip_UnifiedCompliancePolicyProperties" ma:index="50" nillable="true" ma:displayName="Unified Compliance Policy Properties" ma:hidden="true" ma:internalName="_ip_UnifiedCompliancePolicyProperties" ma:readOnly="false">
      <xsd:simpleType>
        <xsd:restriction base="dms:Note"/>
      </xsd:simpleType>
    </xsd:element>
    <xsd:element name="_ip_UnifiedCompliancePolicyUIAction" ma:index="51" nillable="true" ma:displayName="Unified Compliance Policy UI Action" ma:hidden="true" ma:internalName="_ip_UnifiedCompliancePolicyUIAction" ma:readOnly="false">
      <xsd:simpleType>
        <xsd:restriction base="dms:Text"/>
      </xsd:simpleType>
    </xsd:element>
    <xsd:element name="Ratings" ma:index="52" nillable="true" ma:displayName="User ratings" ma:description="User ratings for the item" ma:hidden="true" ma:internalName="Ratings" ma:readOnly="fals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25EF057-29B8-44FD-BE32-E69DA4870C76" elementFormDefault="qualified">
    <xsd:import namespace="http://schemas.microsoft.com/office/2006/documentManagement/types"/>
    <xsd:import namespace="http://schemas.microsoft.com/office/infopath/2007/PartnerControls"/>
    <xsd:element name="OrgID" ma:index="2" nillable="true" ma:displayName="OrgID" ma:decimals="0" ma:description="VSTS Org ID" ma:internalName="OrgID" ma:readOnly="false">
      <xsd:simpleType>
        <xsd:restriction base="dms:Number"/>
      </xsd:simpleType>
    </xsd:element>
    <xsd:element name="Org" ma:index="3" nillable="true" ma:displayName="Org" ma:indexed="true" ma:internalName="Org">
      <xsd:simpleType>
        <xsd:restriction base="dms:Text"/>
      </xsd:simpleType>
    </xsd:element>
    <xsd:element name="EngagementID" ma:index="4" nillable="true" ma:displayName="EngagementID" ma:decimals="0" ma:indexed="true" ma:internalName="EngagementID" ma:readOnly="false">
      <xsd:simpleType>
        <xsd:restriction base="dms:Number"/>
      </xsd:simpleType>
    </xsd:element>
    <xsd:element name="Engagement" ma:index="5" nillable="true" ma:displayName="Engagement" ma:indexed="true" ma:internalName="Engagement">
      <xsd:simpleType>
        <xsd:restriction base="dms:Text"/>
      </xsd:simpleType>
    </xsd:element>
    <xsd:element name="Tags" ma:index="6" nillable="true" ma:displayName="Tags" ma:internalName="Tags" ma:readOnly="false">
      <xsd:simpleType>
        <xsd:restriction base="dms:Note">
          <xsd:maxLength value="255"/>
        </xsd:restriction>
      </xsd:simpleType>
    </xsd:element>
    <xsd:element name="CSE_x0020_Priority_x0020_Industry" ma:index="7" nillable="true" ma:displayName="CSE Industry" ma:default="--" ma:format="Dropdown" ma:indexed="true" ma:internalName="CSE_x0020_Priority_x0020_Industry">
      <xsd:simpleType>
        <xsd:restriction base="dms:Choice">
          <xsd:enumeration value="--"/>
          <xsd:enumeration value="Automotive"/>
          <xsd:enumeration value="Education"/>
          <xsd:enumeration value="Financial Services"/>
          <xsd:enumeration value="Government"/>
          <xsd:enumeration value="Health"/>
          <xsd:enumeration value="Manufacturing &amp; Resources"/>
          <xsd:enumeration value="Media &amp; Communications"/>
          <xsd:enumeration value="Other Commercial Industries"/>
          <xsd:enumeration value="Retail"/>
          <xsd:enumeration value="Partner"/>
        </xsd:restriction>
      </xsd:simpleType>
    </xsd:element>
    <xsd:element name="Lead_x0020_PM" ma:index="8" nillable="true" ma:displayName="PM" ma:list="UserInfo" ma:SharePointGroup="0" ma:internalName="Lead_x0020_PM" ma:readOnly="false"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ountry" ma:index="9" nillable="true" ma:displayName="Country" ma:internalName="Country" ma:readOnly="false">
      <xsd:simpleType>
        <xsd:restriction base="dms:Text"/>
      </xsd:simpleType>
    </xsd:element>
    <xsd:element name="Filename" ma:index="10" nillable="true" ma:displayName="Filename" ma:internalName="Filename">
      <xsd:simpleType>
        <xsd:restriction base="dms:Text"/>
      </xsd:simpleType>
    </xsd:element>
    <xsd:element name="STE_x0020_Tags" ma:index="11" nillable="true" ma:displayName="STE Tags" ma:internalName="STE_x0020_Tag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KeywordTaxHTField" ma:index="28" nillable="true" ma:taxonomy="true" ma:internalName="TaxKeywordTaxHTField" ma:taxonomyFieldName="TaxKeyword" ma:displayName="Enterprise Keywords" ma:readOnly="false" ma:fieldId="{23f27201-bee3-471e-b2e7-b64fd8b7ca38}" ma:taxonomyMulti="true" ma:sspId="e385fb40-52d4-4fae-9c5b-3e8ff8a5878e" ma:termSetId="00000000-0000-0000-0000-000000000000" ma:anchorId="00000000-0000-0000-0000-000000000000" ma:open="true" ma:isKeyword="true">
      <xsd:complexType>
        <xsd:sequence>
          <xsd:element ref="pc:Terms" minOccurs="0" maxOccurs="1"/>
        </xsd:sequence>
      </xsd:complexType>
    </xsd:element>
    <xsd:element name="TaxCatchAll" ma:index="29" nillable="true" ma:displayName="Taxonomy Catch All Column" ma:hidden="true" ma:list="{e04c326d-0693-450b-90c8-93a94e9da73e}" ma:internalName="TaxCatchAll" ma:readOnly="false" ma:showField="CatchAllData" ma:web="3a984a97-1f88-4620-9803-2d448b891559">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725ef057-29b8-44fd-be32-e69da4870c76" elementFormDefault="qualified">
    <xsd:import namespace="http://schemas.microsoft.com/office/2006/documentManagement/types"/>
    <xsd:import namespace="http://schemas.microsoft.com/office/infopath/2007/PartnerControls"/>
    <xsd:element name="WorkItemId" ma:index="13" nillable="true" ma:displayName="WorkItemId" ma:decimals="0" ma:description="WorkItemId" ma:indexed="true" ma:internalName="WorkItemId" ma:readOnly="false" ma:percentage="FALSE">
      <xsd:simpleType>
        <xsd:restriction base="dms:Number"/>
      </xsd:simpleType>
    </xsd:element>
    <xsd:element name="SE_x002f_I" ma:index="14" nillable="true" ma:displayName="SE/I" ma:list="UserInfo" ma:SharePointGroup="0" ma:internalName="SE_x002f_I"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verallEngagementID" ma:index="15" nillable="true" ma:displayName="OverallEngagementID" ma:decimals="0" ma:internalName="OverallEngagementID" ma:readOnly="false" ma:percentage="FALSE">
      <xsd:simpleType>
        <xsd:restriction base="dms:Number"/>
      </xsd:simpleType>
    </xsd:element>
    <xsd:element name="Assigned" ma:index="16" nillable="true" ma:displayName="Assigned" ma:list="UserInfo" ma:SharePointGroup="0" ma:internalName="Assigned"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ngagementState" ma:index="17" nillable="true" ma:displayName="EngagementState" ma:indexed="true" ma:internalName="EngagementState">
      <xsd:simpleType>
        <xsd:restriction base="dms:Text">
          <xsd:maxLength value="255"/>
        </xsd:restriction>
      </xsd:simpleType>
    </xsd:element>
    <xsd:element name="TechLead" ma:index="18" nillable="true" ma:displayName="TechLead" ma:list="UserInfo" ma:SharePointGroup="0" ma:internalName="TechLead"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ityState" ma:index="19" nillable="true" ma:displayName="CityState" ma:internalName="CityState" ma:readOnly="false">
      <xsd:simpleType>
        <xsd:restriction base="dms:Text">
          <xsd:maxLength value="255"/>
        </xsd:restriction>
      </xsd:simpleType>
    </xsd:element>
    <xsd:element name="EngStartDate" ma:index="20" nillable="true" ma:displayName="EngStartDate" ma:format="DateOnly" ma:indexed="true" ma:internalName="EngStartDate">
      <xsd:simpleType>
        <xsd:restriction base="dms:DateTime"/>
      </xsd:simpleType>
    </xsd:element>
    <xsd:element name="Technology_x0020_Domain" ma:index="21" nillable="true" ma:displayName="Technology Domain" ma:format="Dropdown" ma:internalName="Technology_x0020_Domain" ma:readOnly="false">
      <xsd:simpleType>
        <xsd:restriction base="dms:Note">
          <xsd:maxLength value="255"/>
        </xsd:restriction>
      </xsd:simpleType>
    </xsd:element>
    <xsd:element name="EngagementType" ma:index="22" nillable="true" ma:displayName="EngagementType" ma:format="Dropdown" ma:internalName="EngagementType">
      <xsd:simpleType>
        <xsd:restriction base="dms:Text">
          <xsd:maxLength value="255"/>
        </xsd:restriction>
      </xsd:simpleType>
    </xsd:element>
    <xsd:element name="MediaServiceKeyPoints" ma:index="23" nillable="true" ma:displayName="KeyPoints" ma:internalName="MediaServiceKeyPoints" ma:readOnly="false">
      <xsd:simpleType>
        <xsd:restriction base="dms:Note">
          <xsd:maxLength value="255"/>
        </xsd:restriction>
      </xsd:simpleType>
    </xsd:element>
    <xsd:element name="Artifact_x0020_Type" ma:index="24" nillable="true" ma:displayName="Artifact Type" ma:default="Other" ma:description="What type of artifact is this?" ma:format="Dropdown" ma:indexed="true" ma:internalName="Artifact_x0020_Type">
      <xsd:simpleType>
        <xsd:restriction base="dms:Choice">
          <xsd:enumeration value="Architecture"/>
          <xsd:enumeration value="Checkpoint prework"/>
          <xsd:enumeration value="Impact statement"/>
          <xsd:enumeration value="Game Plan"/>
          <xsd:enumeration value="OpenHack Flash"/>
          <xsd:enumeration value="OpenHack Report"/>
          <xsd:enumeration value="Redbook"/>
          <xsd:enumeration value="Responsible AI"/>
          <xsd:enumeration value="SDD"/>
          <xsd:enumeration value="Other"/>
          <xsd:enumeration value="Winwire"/>
          <xsd:enumeration value="Wrap Up"/>
          <xsd:enumeration value="Checkpoint video"/>
          <xsd:enumeration value="Demo video"/>
          <xsd:enumeration value="Engineering report"/>
          <xsd:enumeration value="Game Plan video"/>
          <xsd:enumeration value="NinjaCAT Asset"/>
          <xsd:enumeration value="Repo"/>
          <xsd:enumeration value="Repo re-used"/>
          <xsd:enumeration value="Semester plan"/>
          <xsd:enumeration value="Shiproom recording"/>
          <xsd:enumeration value="Teams Channel"/>
        </xsd:restriction>
      </xsd:simpleType>
    </xsd:element>
    <xsd:element name="MediaServiceDateTaken" ma:index="32" nillable="true" ma:displayName="MediaServiceDateTaken" ma:hidden="true" ma:internalName="MediaServiceDateTaken" ma:readOnly="true">
      <xsd:simpleType>
        <xsd:restriction base="dms:Text"/>
      </xsd:simpleType>
    </xsd:element>
    <xsd:element name="MediaServiceLocation" ma:index="33" nillable="true" ma:displayName="MediaServiceLocation" ma:hidden="true" ma:internalName="MediaServiceLocation" ma:readOnly="true">
      <xsd:simpleType>
        <xsd:restriction base="dms:Text"/>
      </xsd:simpleType>
    </xsd:element>
    <xsd:element name="MediaServiceMetadata" ma:index="37" nillable="true" ma:displayName="MediaServiceMetadata" ma:hidden="true" ma:internalName="MediaServiceMetadata" ma:readOnly="true">
      <xsd:simpleType>
        <xsd:restriction base="dms:Note"/>
      </xsd:simpleType>
    </xsd:element>
    <xsd:element name="MediaServiceFastMetadata" ma:index="38" nillable="true" ma:displayName="MediaServiceFastMetadata" ma:hidden="true" ma:internalName="MediaServiceFastMetadata" ma:readOnly="true">
      <xsd:simpleType>
        <xsd:restriction base="dms:Note"/>
      </xsd:simpleType>
    </xsd:element>
    <xsd:element name="MediaServiceAutoTags" ma:index="39" nillable="true" ma:displayName="MediaServiceAutoTags" ma:hidden="true" ma:internalName="MediaServiceAutoTags" ma:readOnly="true">
      <xsd:simpleType>
        <xsd:restriction base="dms:Text"/>
      </xsd:simpleType>
    </xsd:element>
    <xsd:element name="MediaServiceOCR" ma:index="40" nillable="true" ma:displayName="MediaServiceOCR" ma:hidden="true" ma:internalName="MediaServiceOCR" ma:readOnly="true">
      <xsd:simpleType>
        <xsd:restriction base="dms:Note"/>
      </xsd:simpleType>
    </xsd:element>
    <xsd:element name="MediaServiceEventHashCode" ma:index="41" nillable="true" ma:displayName="MediaServiceEventHashCode" ma:hidden="true" ma:internalName="MediaServiceEventHashCode" ma:readOnly="true">
      <xsd:simpleType>
        <xsd:restriction base="dms:Text"/>
      </xsd:simpleType>
    </xsd:element>
    <xsd:element name="MediaServiceGenerationTime" ma:index="42" nillable="true" ma:displayName="MediaServiceGenerationTime" ma:hidden="true" ma:internalName="MediaServiceGenerationTime" ma:readOnly="true">
      <xsd:simpleType>
        <xsd:restriction base="dms:Text"/>
      </xsd:simpleType>
    </xsd:element>
    <xsd:element name="MediaServiceAutoKeyPoints" ma:index="48" nillable="true" ma:displayName="MediaServiceAutoKeyPoints" ma:hidden="true" ma:internalName="MediaServiceAutoKeyPoints" ma:readOnly="true">
      <xsd:simpleType>
        <xsd:restriction base="dms:Note"/>
      </xsd:simpleType>
    </xsd:element>
    <xsd:element name="EngEndDate" ma:index="53" nillable="true" ma:displayName="EngEndDate" ma:format="DateOnly" ma:internalName="EngEndDate">
      <xsd:simpleType>
        <xsd:restriction base="dms:DateTime"/>
      </xsd:simpleType>
    </xsd:element>
    <xsd:element name="MediaLengthInSeconds" ma:index="54" nillable="true" ma:displayName="Length (seconds)" ma:internalName="MediaLengthInSeconds" ma:readOnly="true">
      <xsd:simpleType>
        <xsd:restriction base="dms:Unknown"/>
      </xsd:simpleType>
    </xsd:element>
    <xsd:element name="lcf76f155ced4ddcb4097134ff3c332f" ma:index="56"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Datetime" ma:index="57" nillable="true" ma:displayName="Datetime" ma:format="DateTime" ma:internalName="Datetim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3a984a97-1f88-4620-9803-2d448b891559" elementFormDefault="qualified">
    <xsd:import namespace="http://schemas.microsoft.com/office/2006/documentManagement/types"/>
    <xsd:import namespace="http://schemas.microsoft.com/office/infopath/2007/PartnerControls"/>
    <xsd:element name="SharedWithUsers" ma:index="43"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44"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45" nillable="true" ma:displayName="IconOverlay" ma:hidden="true" ma:internalName="IconOverlay"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MediaServiceKeyPoints xmlns="725ef057-29b8-44fd-be32-e69da4870c76" xsi:nil="true"/>
    <lcf76f155ced4ddcb4097134ff3c332f xmlns="725ef057-29b8-44fd-be32-e69da4870c76">
      <Terms xmlns="http://schemas.microsoft.com/office/infopath/2007/PartnerControls"/>
    </lcf76f155ced4ddcb4097134ff3c332f>
    <SharedWithUsers xmlns="3a984a97-1f88-4620-9803-2d448b891559">
      <UserInfo>
        <DisplayName>Dana Warren</DisplayName>
        <AccountId>261</AccountId>
        <AccountType/>
      </UserInfo>
      <UserInfo>
        <DisplayName>Kendyl Pettit</DisplayName>
        <AccountId>2343</AccountId>
        <AccountType/>
      </UserInfo>
    </SharedWithUsers>
    <Datetime xmlns="725ef057-29b8-44fd-be32-e69da4870c76" xsi:nil="true"/>
    <CityState xmlns="725ef057-29b8-44fd-be32-e69da4870c76" xsi:nil="true"/>
    <Technology_x0020_Domain xmlns="725ef057-29b8-44fd-be32-e69da4870c76" xsi:nil="true"/>
    <LikesCount xmlns="http://schemas.microsoft.com/sharepoint/v3" xsi:nil="true"/>
    <Lead_x0020_PM xmlns="725EF057-29B8-44FD-BE32-E69DA4870C76">
      <UserInfo>
        <DisplayName/>
        <AccountId xsi:nil="true"/>
        <AccountType/>
      </UserInfo>
    </Lead_x0020_PM>
    <TechLead xmlns="725ef057-29b8-44fd-be32-e69da4870c76">
      <UserInfo>
        <DisplayName/>
        <AccountId xsi:nil="true"/>
        <AccountType/>
      </UserInfo>
    </TechLead>
    <EngagementType xmlns="725ef057-29b8-44fd-be32-e69da4870c76" xsi:nil="true"/>
    <CSE_x0020_Priority_x0020_Industry xmlns="725EF057-29B8-44FD-BE32-E69DA4870C76">--</CSE_x0020_Priority_x0020_Industry>
    <IconOverlay xmlns="http://schemas.microsoft.com/sharepoint/v4" xsi:nil="true"/>
    <Ratings xmlns="http://schemas.microsoft.com/sharepoint/v3" xsi:nil="true"/>
    <Filename xmlns="725EF057-29B8-44FD-BE32-E69DA4870C76">SwissRe-FCPR-July2022.pptx</Filename>
    <SE_x002f_I xmlns="725ef057-29b8-44fd-be32-e69da4870c76">
      <UserInfo>
        <DisplayName/>
        <AccountId xsi:nil="true"/>
        <AccountType/>
      </UserInfo>
    </SE_x002f_I>
    <WorkItemId xmlns="725ef057-29b8-44fd-be32-e69da4870c76">489735</WorkItemId>
    <OverallEngagementID xmlns="725ef057-29b8-44fd-be32-e69da4870c76" xsi:nil="true"/>
    <EngEndDate xmlns="725ef057-29b8-44fd-be32-e69da4870c76" xsi:nil="true"/>
    <LikedBy xmlns="http://schemas.microsoft.com/sharepoint/v3">
      <UserInfo>
        <DisplayName/>
        <AccountId xsi:nil="true"/>
        <AccountType/>
      </UserInfo>
    </LikedBy>
    <RatingCount xmlns="http://schemas.microsoft.com/sharepoint/v3" xsi:nil="true"/>
    <Engagement xmlns="725EF057-29B8-44FD-BE32-E69DA4870C76">Swiss Re: Service Insights Centre</Engagement>
    <Artifact_x0020_Type xmlns="725ef057-29b8-44fd-be32-e69da4870c76">Other</Artifact_x0020_Type>
    <STE_x0020_Tags xmlns="725EF057-29B8-44FD-BE32-E69DA4870C76" xsi:nil="true"/>
    <EngagementState xmlns="725ef057-29b8-44fd-be32-e69da4870c76" xsi:nil="true"/>
    <OrgID xmlns="725EF057-29B8-44FD-BE32-E69DA4870C76">74631</OrgID>
    <Org xmlns="725EF057-29B8-44FD-BE32-E69DA4870C76">Swiss Re Management Ltd</Org>
    <Assigned xmlns="725ef057-29b8-44fd-be32-e69da4870c76">
      <UserInfo>
        <DisplayName/>
        <AccountId xsi:nil="true"/>
        <AccountType/>
      </UserInfo>
    </Assigned>
    <EngagementID xmlns="725EF057-29B8-44FD-BE32-E69DA4870C76">489735</EngagementID>
    <Tags xmlns="725EF057-29B8-44FD-BE32-E69DA4870C76" xsi:nil="true"/>
    <Country xmlns="725EF057-29B8-44FD-BE32-E69DA4870C76" xsi:nil="true"/>
    <TaxKeywordTaxHTField xmlns="230e9df3-be65-4c73-a93b-d1236ebd677e">
      <Terms xmlns="http://schemas.microsoft.com/office/infopath/2007/PartnerControls"/>
    </TaxKeywordTaxHTField>
    <AverageRating xmlns="http://schemas.microsoft.com/sharepoint/v3" xsi:nil="true"/>
    <EngStartDate xmlns="725ef057-29b8-44fd-be32-e69da4870c76" xsi:nil="true"/>
    <RatedBy xmlns="http://schemas.microsoft.com/sharepoint/v3">
      <UserInfo>
        <DisplayName/>
        <AccountId xsi:nil="true"/>
        <AccountType/>
      </UserInfo>
    </RatedBy>
  </documentManagement>
</p:properties>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A62E25F5-1B3D-4E71-B985-6B24EE0E59BA}">
  <ds:schemaRefs>
    <ds:schemaRef ds:uri="230e9df3-be65-4c73-a93b-d1236ebd677e"/>
    <ds:schemaRef ds:uri="3a984a97-1f88-4620-9803-2d448b891559"/>
    <ds:schemaRef ds:uri="725EF057-29B8-44FD-BE32-E69DA4870C76"/>
    <ds:schemaRef ds:uri="725ef057-29b8-44fd-be32-e69da4870c7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90F116-B58F-4255-B05B-DA3808E0E5C6}">
  <ds:schemaRefs>
    <ds:schemaRef ds:uri="230e9df3-be65-4c73-a93b-d1236ebd677e"/>
    <ds:schemaRef ds:uri="3a984a97-1f88-4620-9803-2d448b891559"/>
    <ds:schemaRef ds:uri="725EF057-29B8-44FD-BE32-E69DA4870C76"/>
    <ds:schemaRef ds:uri="725ef057-29b8-44fd-be32-e69da4870c7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 id="{9d258917-277f-42cd-a3cd-14c4e9ee58bc}" enabled="1" method="Standard" siteId="{38ae3bcd-9579-4fd4-adda-b42e1495d55a}" removed="0"/>
</clbl:labelList>
</file>

<file path=docProps/app.xml><?xml version="1.0" encoding="utf-8"?>
<Properties xmlns="http://schemas.openxmlformats.org/officeDocument/2006/extended-properties" xmlns:vt="http://schemas.openxmlformats.org/officeDocument/2006/docPropsVTypes">
  <Template>Blue_accent_white_background_Microsoft_template</Template>
  <TotalTime>3400</TotalTime>
  <Words>273</Words>
  <Application>Microsoft Office PowerPoint</Application>
  <PresentationFormat>Widescreen</PresentationFormat>
  <Paragraphs>92</Paragraphs>
  <Slides>2</Slides>
  <Notes>2</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vt:i4>
      </vt:variant>
    </vt:vector>
  </HeadingPairs>
  <TitlesOfParts>
    <vt:vector size="12" baseType="lpstr">
      <vt:lpstr>Arial</vt:lpstr>
      <vt:lpstr>Calibri</vt:lpstr>
      <vt:lpstr>Consolas</vt:lpstr>
      <vt:lpstr>Segoe UI</vt:lpstr>
      <vt:lpstr>Segoe UI Semibold</vt:lpstr>
      <vt:lpstr>Segoe UI Semilight</vt:lpstr>
      <vt:lpstr>Wingdings</vt:lpstr>
      <vt:lpstr>White Template</vt:lpstr>
      <vt:lpstr>WHITE TEMPLATE</vt:lpstr>
      <vt:lpstr>White Template</vt:lpstr>
      <vt:lpstr>Public deployment</vt:lpstr>
      <vt:lpstr>Private deployment</vt:lpstr>
    </vt:vector>
  </TitlesOfParts>
  <Manager>&lt;Comms manager name here&gt;</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Swiss Re: Service Insights Centre</dc:title>
  <dc:subject>&lt;Event name&gt;</dc:subject>
  <dc:creator>Dana Warren</dc:creator>
  <cp:keywords/>
  <dc:description/>
  <cp:lastModifiedBy>Frédéric Le Coquil</cp:lastModifiedBy>
  <cp:revision>42</cp:revision>
  <dcterms:created xsi:type="dcterms:W3CDTF">2020-11-24T23:02:08Z</dcterms:created>
  <dcterms:modified xsi:type="dcterms:W3CDTF">2026-04-08T07:05:43Z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0x010100C9B442A5CC9AAF40A5EA717E75549A49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Owner">
    <vt:lpwstr>maryfj@microsoft.com</vt:lpwstr>
  </property>
  <property fmtid="{D5CDD505-2E9C-101B-9397-08002B2CF9AE}" pid="15" name="MSIP_Label_f42aa342-8706-4288-bd11-ebb85995028c_SetDate">
    <vt:lpwstr>2017-08-29T14:27:20.8568347-07:00</vt:lpwstr>
  </property>
  <property fmtid="{D5CDD505-2E9C-101B-9397-08002B2CF9AE}" pid="16" name="MSIP_Label_f42aa342-8706-4288-bd11-ebb85995028c_Name">
    <vt:lpwstr>General</vt:lpwstr>
  </property>
  <property fmtid="{D5CDD505-2E9C-101B-9397-08002B2CF9AE}" pid="17" name="MSIP_Label_f42aa342-8706-4288-bd11-ebb85995028c_Application">
    <vt:lpwstr>Microsoft Azure Information Protection</vt:lpwstr>
  </property>
  <property fmtid="{D5CDD505-2E9C-101B-9397-08002B2CF9AE}" pid="18" name="MSIP_Label_f42aa342-8706-4288-bd11-ebb85995028c_Extended_MSFT_Method">
    <vt:lpwstr>Automatic</vt:lpwstr>
  </property>
  <property fmtid="{D5CDD505-2E9C-101B-9397-08002B2CF9AE}" pid="19" name="Sensitivity">
    <vt:lpwstr>General</vt:lpwstr>
  </property>
  <property fmtid="{D5CDD505-2E9C-101B-9397-08002B2CF9AE}" pid="20" name="TaxKeyword">
    <vt:lpwstr/>
  </property>
  <property fmtid="{D5CDD505-2E9C-101B-9397-08002B2CF9AE}" pid="21" name="_dlc_DocIdItemGuid">
    <vt:lpwstr>3a440ccf-df63-4945-a517-71d3b58ee62e</vt:lpwstr>
  </property>
  <property fmtid="{D5CDD505-2E9C-101B-9397-08002B2CF9AE}" pid="22" name="MediaServiceImageTags">
    <vt:lpwstr/>
  </property>
</Properties>
</file>